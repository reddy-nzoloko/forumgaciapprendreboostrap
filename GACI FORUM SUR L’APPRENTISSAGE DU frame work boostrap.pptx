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removePersonalInfoOnSave="1" autoCompressPictures="0">
  <p:sldMasterIdLst>
    <p:sldMasterId id="2147483669" r:id="rId1"/>
  </p:sldMasterIdLst>
  <p:notesMasterIdLst>
    <p:notesMasterId r:id="rId9"/>
  </p:notesMasterIdLst>
  <p:handoutMasterIdLst>
    <p:handoutMasterId r:id="rId10"/>
  </p:handoutMasterIdLst>
  <p:sldIdLst>
    <p:sldId id="256" r:id="rId2"/>
    <p:sldId id="257" r:id="rId3"/>
    <p:sldId id="258" r:id="rId4"/>
    <p:sldId id="260" r:id="rId5"/>
    <p:sldId id="261" r:id="rId6"/>
    <p:sldId id="262" r:id="rId7"/>
    <p:sldId id="263" r:id="rId8"/>
  </p:sldIdLst>
  <p:sldSz cx="12192000" cy="6858000"/>
  <p:notesSz cx="6858000" cy="9144000"/>
  <p:defaultTextStyle>
    <a:defPPr rtl="0">
      <a:defRPr lang="fr-fr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660"/>
  </p:normalViewPr>
  <p:slideViewPr>
    <p:cSldViewPr snapToGrid="0">
      <p:cViewPr varScale="1">
        <p:scale>
          <a:sx n="74" d="100"/>
          <a:sy n="74" d="100"/>
        </p:scale>
        <p:origin x="376" y="5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9" d="100"/>
          <a:sy n="89" d="100"/>
        </p:scale>
        <p:origin x="3780" y="96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handoutMaster" Target="handoutMasters/handoutMaster1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Relationship Id="rId14" Type="http://schemas.openxmlformats.org/officeDocument/2006/relationships/tableStyles" Target="tableStyles.xml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81269538-BFC5-48BB-BEA1-D7AF1F385FD5}" type="doc">
      <dgm:prSet loTypeId="urn:microsoft.com/office/officeart/2005/8/layout/vList5" loCatId="list" qsTypeId="urn:microsoft.com/office/officeart/2005/8/quickstyle/simple1" qsCatId="simple" csTypeId="urn:microsoft.com/office/officeart/2005/8/colors/accent1_2" csCatId="accent1" phldr="1"/>
      <dgm:spPr/>
      <dgm:t>
        <a:bodyPr rtlCol="0"/>
        <a:lstStyle/>
        <a:p>
          <a:pPr rtl="0"/>
          <a:endParaRPr lang="en-US"/>
        </a:p>
      </dgm:t>
    </dgm:pt>
    <dgm:pt modelId="{0D51337A-31FA-4717-B2BF-9243F96D2B9B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A9294D65-F371-46C8-A624-E557E9DF1A30}" type="par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6799645E-F42F-43D8-B2EA-A1377D84D0B3}" type="sibTrans" cxnId="{9E6BB655-7FE4-4F8D-B1D2-F885E60B8754}">
      <dgm:prSet/>
      <dgm:spPr/>
      <dgm:t>
        <a:bodyPr rtlCol="0"/>
        <a:lstStyle/>
        <a:p>
          <a:pPr rtl="0"/>
          <a:endParaRPr lang="en-US"/>
        </a:p>
      </dgm:t>
    </dgm:pt>
    <dgm:pt modelId="{A7F7584C-6CC5-40A2-9566-2842A5DEA97A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81272CD-5908-4C17-8E9B-8BF6DCE43C3E}" type="par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C41ED6A4-512C-48AB-901D-671B73446005}" type="sibTrans" cxnId="{F68422C1-CD34-4DED-AA4B-85EFFF4FE933}">
      <dgm:prSet/>
      <dgm:spPr/>
      <dgm:t>
        <a:bodyPr rtlCol="0"/>
        <a:lstStyle/>
        <a:p>
          <a:pPr rtl="0"/>
          <a:endParaRPr lang="en-US"/>
        </a:p>
      </dgm:t>
    </dgm:pt>
    <dgm:pt modelId="{9D8DAFB6-C744-4BD6-B757-393BF647EBB6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17C1C47E-8D1A-404A-B227-B017391CB5F6}" type="par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C9B44773-68B1-427B-B9CA-0AEA186B621E}" type="sibTrans" cxnId="{56052809-46E4-4445-B520-94004C28BB9D}">
      <dgm:prSet/>
      <dgm:spPr/>
      <dgm:t>
        <a:bodyPr rtlCol="0"/>
        <a:lstStyle/>
        <a:p>
          <a:pPr rtl="0"/>
          <a:endParaRPr lang="en-US"/>
        </a:p>
      </dgm:t>
    </dgm:pt>
    <dgm:pt modelId="{51A6936C-668E-4912-B1B4-BA2D45D3F624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F7D40F1-9723-47F5-BFD2-340696378D49}" type="par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E68031D9-E3F9-439E-86FC-2A0A3A3988D0}" type="sibTrans" cxnId="{000FE2BB-9FE6-4965-ADF5-E3E85B644286}">
      <dgm:prSet/>
      <dgm:spPr/>
      <dgm:t>
        <a:bodyPr rtlCol="0"/>
        <a:lstStyle/>
        <a:p>
          <a:pPr rtl="0"/>
          <a:endParaRPr lang="en-US"/>
        </a:p>
      </dgm:t>
    </dgm:pt>
    <dgm:pt modelId="{928B5CB8-3545-4EE5-8BED-981D3C6157A5}">
      <dgm:prSet phldrT="[Text]"/>
      <dgm:spPr/>
      <dgm:t>
        <a:bodyPr rtlCol="0"/>
        <a:lstStyle/>
        <a:p>
          <a:pPr rtl="0"/>
          <a:r>
            <a:rPr lang="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8452F8D0-82FD-4609-B6BD-446E31563D8A}" type="par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8EF545BA-8D8A-4813-A428-2F18D76E61FA}" type="sibTrans" cxnId="{085D3777-7996-4375-B5FB-BFD96D1BF9E4}">
      <dgm:prSet/>
      <dgm:spPr/>
      <dgm:t>
        <a:bodyPr rtlCol="0"/>
        <a:lstStyle/>
        <a:p>
          <a:pPr rtl="0"/>
          <a:endParaRPr lang="en-US"/>
        </a:p>
      </dgm:t>
    </dgm:pt>
    <dgm:pt modelId="{95A524E6-8A71-49A1-AF74-29696A02028A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2C86CAF-440B-4BB7-BD46-805908EC2D17}" type="par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E0C23C2-8A0C-497A-A914-ED60FDCA930F}" type="sibTrans" cxnId="{764A7F40-FC93-4B5E-82E4-B29F920B2D30}">
      <dgm:prSet/>
      <dgm:spPr/>
      <dgm:t>
        <a:bodyPr rtlCol="0"/>
        <a:lstStyle/>
        <a:p>
          <a:pPr rtl="0"/>
          <a:endParaRPr lang="en-US"/>
        </a:p>
      </dgm:t>
    </dgm:pt>
    <dgm:pt modelId="{E40970FA-9468-4353-8343-FE5E2BEBB8B0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04FF68DF-CF36-4D12-9ECE-A3519B0AC88A}" type="sib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85FA6A33-9FA9-4134-A6A3-A5D4748A1779}" type="parTrans" cxnId="{A316347C-9D1A-43C6-BE2B-DC184440E1C9}">
      <dgm:prSet/>
      <dgm:spPr/>
      <dgm:t>
        <a:bodyPr rtlCol="0"/>
        <a:lstStyle/>
        <a:p>
          <a:pPr rtl="0"/>
          <a:endParaRPr lang="en-US"/>
        </a:p>
      </dgm:t>
    </dgm:pt>
    <dgm:pt modelId="{2A9B6C90-9B70-4ED8-9084-8651413BB905}">
      <dgm:prSet phldrT="[Text]" custT="1"/>
      <dgm:spPr/>
      <dgm:t>
        <a:bodyPr rtlCol="0"/>
        <a:lstStyle/>
        <a:p>
          <a:pPr rtl="0"/>
          <a:r>
            <a:rPr lang="fr" sz="24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gm:t>
    </dgm:pt>
    <dgm:pt modelId="{54109FB3-0563-4B2C-BFF0-181E047427F8}" type="sib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47C005B7-F5AA-4111-A87D-782B117A0259}" type="parTrans" cxnId="{1D59D94A-4BF7-417E-B49B-225C005839A9}">
      <dgm:prSet/>
      <dgm:spPr/>
      <dgm:t>
        <a:bodyPr rtlCol="0"/>
        <a:lstStyle/>
        <a:p>
          <a:pPr rtl="0"/>
          <a:endParaRPr lang="en-US"/>
        </a:p>
      </dgm:t>
    </dgm:pt>
    <dgm:pt modelId="{99FD7F24-5BB9-46E8-BB7C-4B477B73B815}" type="pres">
      <dgm:prSet presAssocID="{81269538-BFC5-48BB-BEA1-D7AF1F385FD5}" presName="Name0" presStyleCnt="0">
        <dgm:presLayoutVars>
          <dgm:dir/>
          <dgm:animLvl val="lvl"/>
          <dgm:resizeHandles val="exact"/>
        </dgm:presLayoutVars>
      </dgm:prSet>
      <dgm:spPr/>
      <dgm:t>
        <a:bodyPr/>
        <a:lstStyle/>
        <a:p>
          <a:endParaRPr lang="fr-FR"/>
        </a:p>
      </dgm:t>
    </dgm:pt>
    <dgm:pt modelId="{BBAB8945-0B00-4547-92CF-AE59FDD0EF39}" type="pres">
      <dgm:prSet presAssocID="{0D51337A-31FA-4717-B2BF-9243F96D2B9B}" presName="linNode" presStyleCnt="0"/>
      <dgm:spPr/>
    </dgm:pt>
    <dgm:pt modelId="{3230722F-B757-4673-BD2F-9D4BAB5CEE8D}" type="pres">
      <dgm:prSet presAssocID="{0D51337A-31FA-4717-B2BF-9243F96D2B9B}" presName="parentText" presStyleLbl="node1" presStyleIdx="0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6FB9694A-6C63-4B23-90F6-4F208C00D399}" type="pres">
      <dgm:prSet presAssocID="{0D51337A-31FA-4717-B2BF-9243F96D2B9B}" presName="descendantText" presStyleLbl="alignAccFollowNode1" presStyleIdx="0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E4AEBB9-D07D-412D-A9F3-5F50CE85FF20}" type="pres">
      <dgm:prSet presAssocID="{6799645E-F42F-43D8-B2EA-A1377D84D0B3}" presName="sp" presStyleCnt="0"/>
      <dgm:spPr/>
    </dgm:pt>
    <dgm:pt modelId="{C60E4332-AB2E-4201-AF29-E3D9D2CE99DD}" type="pres">
      <dgm:prSet presAssocID="{A7F7584C-6CC5-40A2-9566-2842A5DEA97A}" presName="linNode" presStyleCnt="0"/>
      <dgm:spPr/>
    </dgm:pt>
    <dgm:pt modelId="{8A3FE5E4-2689-4041-B2C5-C63BC276A3EF}" type="pres">
      <dgm:prSet presAssocID="{A7F7584C-6CC5-40A2-9566-2842A5DEA97A}" presName="parentText" presStyleLbl="node1" presStyleIdx="1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329ECF1A-78BE-41CB-B252-8011825B67CD}" type="pres">
      <dgm:prSet presAssocID="{A7F7584C-6CC5-40A2-9566-2842A5DEA97A}" presName="descendantText" presStyleLbl="alignAccFollowNode1" presStyleIdx="1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CF97419B-1653-4404-8A25-A4EB2811914A}" type="pres">
      <dgm:prSet presAssocID="{C41ED6A4-512C-48AB-901D-671B73446005}" presName="sp" presStyleCnt="0"/>
      <dgm:spPr/>
    </dgm:pt>
    <dgm:pt modelId="{74B4E996-D144-43FA-9C7B-5183D295C315}" type="pres">
      <dgm:prSet presAssocID="{51A6936C-668E-4912-B1B4-BA2D45D3F624}" presName="linNode" presStyleCnt="0"/>
      <dgm:spPr/>
    </dgm:pt>
    <dgm:pt modelId="{1C763A21-352A-41D1-A2E2-E305DABA275D}" type="pres">
      <dgm:prSet presAssocID="{51A6936C-668E-4912-B1B4-BA2D45D3F624}" presName="parentText" presStyleLbl="node1" presStyleIdx="2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A66EBD3D-E7C5-421C-B8B5-728648057DDC}" type="pres">
      <dgm:prSet presAssocID="{51A6936C-668E-4912-B1B4-BA2D45D3F624}" presName="descendantText" presStyleLbl="alignAccFollowNode1" presStyleIdx="2" presStyleCnt="4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4D3735EA-64D5-44A4-9D60-787BDDA83D1A}" type="pres">
      <dgm:prSet presAssocID="{E68031D9-E3F9-439E-86FC-2A0A3A3988D0}" presName="sp" presStyleCnt="0"/>
      <dgm:spPr/>
    </dgm:pt>
    <dgm:pt modelId="{120DCED0-01FF-429D-8B4B-923E0875F75E}" type="pres">
      <dgm:prSet presAssocID="{928B5CB8-3545-4EE5-8BED-981D3C6157A5}" presName="linNode" presStyleCnt="0"/>
      <dgm:spPr/>
    </dgm:pt>
    <dgm:pt modelId="{B9324B26-5FF5-4FF7-9073-66103CBE8481}" type="pres">
      <dgm:prSet presAssocID="{928B5CB8-3545-4EE5-8BED-981D3C6157A5}" presName="parentText" presStyleLbl="node1" presStyleIdx="3" presStyleCnt="4">
        <dgm:presLayoutVars>
          <dgm:chMax val="1"/>
          <dgm:bulletEnabled val="1"/>
        </dgm:presLayoutVars>
      </dgm:prSet>
      <dgm:spPr/>
      <dgm:t>
        <a:bodyPr/>
        <a:lstStyle/>
        <a:p>
          <a:endParaRPr lang="fr-FR"/>
        </a:p>
      </dgm:t>
    </dgm:pt>
    <dgm:pt modelId="{95E0557D-F0A1-4F38-8083-55DE7503164F}" type="pres">
      <dgm:prSet presAssocID="{928B5CB8-3545-4EE5-8BED-981D3C6157A5}" presName="descendantText" presStyleLbl="alignAccFollowNode1" presStyleIdx="3" presStyleCnt="4" custLinFactNeighborX="0">
        <dgm:presLayoutVars>
          <dgm:bulletEnabled val="1"/>
        </dgm:presLayoutVars>
      </dgm:prSet>
      <dgm:spPr/>
      <dgm:t>
        <a:bodyPr/>
        <a:lstStyle/>
        <a:p>
          <a:endParaRPr lang="fr-FR"/>
        </a:p>
      </dgm:t>
    </dgm:pt>
  </dgm:ptLst>
  <dgm:cxnLst>
    <dgm:cxn modelId="{6DF17F4D-4120-4DE8-8738-503F2519CD40}" type="presOf" srcId="{9D8DAFB6-C744-4BD6-B757-393BF647EBB6}" destId="{329ECF1A-78BE-41CB-B252-8011825B67CD}" srcOrd="0" destOrd="0" presId="urn:microsoft.com/office/officeart/2005/8/layout/vList5"/>
    <dgm:cxn modelId="{9E6BB655-7FE4-4F8D-B1D2-F885E60B8754}" srcId="{81269538-BFC5-48BB-BEA1-D7AF1F385FD5}" destId="{0D51337A-31FA-4717-B2BF-9243F96D2B9B}" srcOrd="0" destOrd="0" parTransId="{A9294D65-F371-46C8-A624-E557E9DF1A30}" sibTransId="{6799645E-F42F-43D8-B2EA-A1377D84D0B3}"/>
    <dgm:cxn modelId="{D51B6075-27E4-4292-9F89-0CC50DF21ED9}" type="presOf" srcId="{51A6936C-668E-4912-B1B4-BA2D45D3F624}" destId="{1C763A21-352A-41D1-A2E2-E305DABA275D}" srcOrd="0" destOrd="0" presId="urn:microsoft.com/office/officeart/2005/8/layout/vList5"/>
    <dgm:cxn modelId="{A316347C-9D1A-43C6-BE2B-DC184440E1C9}" srcId="{0D51337A-31FA-4717-B2BF-9243F96D2B9B}" destId="{E40970FA-9468-4353-8343-FE5E2BEBB8B0}" srcOrd="0" destOrd="0" parTransId="{85FA6A33-9FA9-4134-A6A3-A5D4748A1779}" sibTransId="{04FF68DF-CF36-4D12-9ECE-A3519B0AC88A}"/>
    <dgm:cxn modelId="{000FE2BB-9FE6-4965-ADF5-E3E85B644286}" srcId="{81269538-BFC5-48BB-BEA1-D7AF1F385FD5}" destId="{51A6936C-668E-4912-B1B4-BA2D45D3F624}" srcOrd="2" destOrd="0" parTransId="{8F7D40F1-9723-47F5-BFD2-340696378D49}" sibTransId="{E68031D9-E3F9-439E-86FC-2A0A3A3988D0}"/>
    <dgm:cxn modelId="{A38C1039-CB78-4EBF-844F-7A838983E228}" type="presOf" srcId="{A7F7584C-6CC5-40A2-9566-2842A5DEA97A}" destId="{8A3FE5E4-2689-4041-B2C5-C63BC276A3EF}" srcOrd="0" destOrd="0" presId="urn:microsoft.com/office/officeart/2005/8/layout/vList5"/>
    <dgm:cxn modelId="{085D3777-7996-4375-B5FB-BFD96D1BF9E4}" srcId="{81269538-BFC5-48BB-BEA1-D7AF1F385FD5}" destId="{928B5CB8-3545-4EE5-8BED-981D3C6157A5}" srcOrd="3" destOrd="0" parTransId="{8452F8D0-82FD-4609-B6BD-446E31563D8A}" sibTransId="{8EF545BA-8D8A-4813-A428-2F18D76E61FA}"/>
    <dgm:cxn modelId="{F68422C1-CD34-4DED-AA4B-85EFFF4FE933}" srcId="{81269538-BFC5-48BB-BEA1-D7AF1F385FD5}" destId="{A7F7584C-6CC5-40A2-9566-2842A5DEA97A}" srcOrd="1" destOrd="0" parTransId="{581272CD-5908-4C17-8E9B-8BF6DCE43C3E}" sibTransId="{C41ED6A4-512C-48AB-901D-671B73446005}"/>
    <dgm:cxn modelId="{993E0796-DCBD-4EB2-9BAB-4437E125DA45}" type="presOf" srcId="{E40970FA-9468-4353-8343-FE5E2BEBB8B0}" destId="{6FB9694A-6C63-4B23-90F6-4F208C00D399}" srcOrd="0" destOrd="0" presId="urn:microsoft.com/office/officeart/2005/8/layout/vList5"/>
    <dgm:cxn modelId="{53988784-A0E1-4D82-B36B-740DE83EB0C9}" type="presOf" srcId="{81269538-BFC5-48BB-BEA1-D7AF1F385FD5}" destId="{99FD7F24-5BB9-46E8-BB7C-4B477B73B815}" srcOrd="0" destOrd="0" presId="urn:microsoft.com/office/officeart/2005/8/layout/vList5"/>
    <dgm:cxn modelId="{764A7F40-FC93-4B5E-82E4-B29F920B2D30}" srcId="{928B5CB8-3545-4EE5-8BED-981D3C6157A5}" destId="{95A524E6-8A71-49A1-AF74-29696A02028A}" srcOrd="0" destOrd="0" parTransId="{52C86CAF-440B-4BB7-BD46-805908EC2D17}" sibTransId="{EE0C23C2-8A0C-497A-A914-ED60FDCA930F}"/>
    <dgm:cxn modelId="{1D59D94A-4BF7-417E-B49B-225C005839A9}" srcId="{51A6936C-668E-4912-B1B4-BA2D45D3F624}" destId="{2A9B6C90-9B70-4ED8-9084-8651413BB905}" srcOrd="0" destOrd="0" parTransId="{47C005B7-F5AA-4111-A87D-782B117A0259}" sibTransId="{54109FB3-0563-4B2C-BFF0-181E047427F8}"/>
    <dgm:cxn modelId="{A44DF6E5-2150-478D-AAB9-24BC6742BCEE}" type="presOf" srcId="{928B5CB8-3545-4EE5-8BED-981D3C6157A5}" destId="{B9324B26-5FF5-4FF7-9073-66103CBE8481}" srcOrd="0" destOrd="0" presId="urn:microsoft.com/office/officeart/2005/8/layout/vList5"/>
    <dgm:cxn modelId="{02B1C3C3-F2D2-4C80-8962-E0C9B39A6EF4}" type="presOf" srcId="{0D51337A-31FA-4717-B2BF-9243F96D2B9B}" destId="{3230722F-B757-4673-BD2F-9D4BAB5CEE8D}" srcOrd="0" destOrd="0" presId="urn:microsoft.com/office/officeart/2005/8/layout/vList5"/>
    <dgm:cxn modelId="{56052809-46E4-4445-B520-94004C28BB9D}" srcId="{A7F7584C-6CC5-40A2-9566-2842A5DEA97A}" destId="{9D8DAFB6-C744-4BD6-B757-393BF647EBB6}" srcOrd="0" destOrd="0" parTransId="{17C1C47E-8D1A-404A-B227-B017391CB5F6}" sibTransId="{C9B44773-68B1-427B-B9CA-0AEA186B621E}"/>
    <dgm:cxn modelId="{C65EFE7A-5430-4917-89D2-D70BAF0289E3}" type="presOf" srcId="{2A9B6C90-9B70-4ED8-9084-8651413BB905}" destId="{A66EBD3D-E7C5-421C-B8B5-728648057DDC}" srcOrd="0" destOrd="0" presId="urn:microsoft.com/office/officeart/2005/8/layout/vList5"/>
    <dgm:cxn modelId="{66EBA0EC-F77C-4ABE-8815-8C8F4F6ACAB5}" type="presOf" srcId="{95A524E6-8A71-49A1-AF74-29696A02028A}" destId="{95E0557D-F0A1-4F38-8083-55DE7503164F}" srcOrd="0" destOrd="0" presId="urn:microsoft.com/office/officeart/2005/8/layout/vList5"/>
    <dgm:cxn modelId="{45435F90-22A5-4C03-B101-FD4577E8A794}" type="presParOf" srcId="{99FD7F24-5BB9-46E8-BB7C-4B477B73B815}" destId="{BBAB8945-0B00-4547-92CF-AE59FDD0EF39}" srcOrd="0" destOrd="0" presId="urn:microsoft.com/office/officeart/2005/8/layout/vList5"/>
    <dgm:cxn modelId="{B399DCC2-FF40-4D75-A2A7-A495D4AF2387}" type="presParOf" srcId="{BBAB8945-0B00-4547-92CF-AE59FDD0EF39}" destId="{3230722F-B757-4673-BD2F-9D4BAB5CEE8D}" srcOrd="0" destOrd="0" presId="urn:microsoft.com/office/officeart/2005/8/layout/vList5"/>
    <dgm:cxn modelId="{4A0749A4-83B7-4DF9-BA0E-5506B76F10A1}" type="presParOf" srcId="{BBAB8945-0B00-4547-92CF-AE59FDD0EF39}" destId="{6FB9694A-6C63-4B23-90F6-4F208C00D399}" srcOrd="1" destOrd="0" presId="urn:microsoft.com/office/officeart/2005/8/layout/vList5"/>
    <dgm:cxn modelId="{26C2F444-58E5-4B3C-A169-EBC64ABE0EE9}" type="presParOf" srcId="{99FD7F24-5BB9-46E8-BB7C-4B477B73B815}" destId="{3E4AEBB9-D07D-412D-A9F3-5F50CE85FF20}" srcOrd="1" destOrd="0" presId="urn:microsoft.com/office/officeart/2005/8/layout/vList5"/>
    <dgm:cxn modelId="{FB2D3183-70C6-44DD-875A-CC09A2C89FEB}" type="presParOf" srcId="{99FD7F24-5BB9-46E8-BB7C-4B477B73B815}" destId="{C60E4332-AB2E-4201-AF29-E3D9D2CE99DD}" srcOrd="2" destOrd="0" presId="urn:microsoft.com/office/officeart/2005/8/layout/vList5"/>
    <dgm:cxn modelId="{B9D84324-BE5B-4514-8201-6B25BE814C19}" type="presParOf" srcId="{C60E4332-AB2E-4201-AF29-E3D9D2CE99DD}" destId="{8A3FE5E4-2689-4041-B2C5-C63BC276A3EF}" srcOrd="0" destOrd="0" presId="urn:microsoft.com/office/officeart/2005/8/layout/vList5"/>
    <dgm:cxn modelId="{62F196CC-DD4E-41F1-95F6-0E80E18CA40A}" type="presParOf" srcId="{C60E4332-AB2E-4201-AF29-E3D9D2CE99DD}" destId="{329ECF1A-78BE-41CB-B252-8011825B67CD}" srcOrd="1" destOrd="0" presId="urn:microsoft.com/office/officeart/2005/8/layout/vList5"/>
    <dgm:cxn modelId="{902C8576-A8E1-4C1E-B647-4F0EFC878EDE}" type="presParOf" srcId="{99FD7F24-5BB9-46E8-BB7C-4B477B73B815}" destId="{CF97419B-1653-4404-8A25-A4EB2811914A}" srcOrd="3" destOrd="0" presId="urn:microsoft.com/office/officeart/2005/8/layout/vList5"/>
    <dgm:cxn modelId="{C0AE58B2-3BCF-4A17-9962-82AF5DB00A66}" type="presParOf" srcId="{99FD7F24-5BB9-46E8-BB7C-4B477B73B815}" destId="{74B4E996-D144-43FA-9C7B-5183D295C315}" srcOrd="4" destOrd="0" presId="urn:microsoft.com/office/officeart/2005/8/layout/vList5"/>
    <dgm:cxn modelId="{CC23B1CA-2592-479D-988C-BB870D7E9EC9}" type="presParOf" srcId="{74B4E996-D144-43FA-9C7B-5183D295C315}" destId="{1C763A21-352A-41D1-A2E2-E305DABA275D}" srcOrd="0" destOrd="0" presId="urn:microsoft.com/office/officeart/2005/8/layout/vList5"/>
    <dgm:cxn modelId="{477107E6-023C-4B3F-96EF-D2D5DA516C5C}" type="presParOf" srcId="{74B4E996-D144-43FA-9C7B-5183D295C315}" destId="{A66EBD3D-E7C5-421C-B8B5-728648057DDC}" srcOrd="1" destOrd="0" presId="urn:microsoft.com/office/officeart/2005/8/layout/vList5"/>
    <dgm:cxn modelId="{933347A6-BCAF-495A-96A7-208A97A1751A}" type="presParOf" srcId="{99FD7F24-5BB9-46E8-BB7C-4B477B73B815}" destId="{4D3735EA-64D5-44A4-9D60-787BDDA83D1A}" srcOrd="5" destOrd="0" presId="urn:microsoft.com/office/officeart/2005/8/layout/vList5"/>
    <dgm:cxn modelId="{677D4939-AE22-4645-A75D-BD07DA38E78F}" type="presParOf" srcId="{99FD7F24-5BB9-46E8-BB7C-4B477B73B815}" destId="{120DCED0-01FF-429D-8B4B-923E0875F75E}" srcOrd="6" destOrd="0" presId="urn:microsoft.com/office/officeart/2005/8/layout/vList5"/>
    <dgm:cxn modelId="{AF6385C2-1319-4602-9D19-9A89E6EBF57F}" type="presParOf" srcId="{120DCED0-01FF-429D-8B4B-923E0875F75E}" destId="{B9324B26-5FF5-4FF7-9073-66103CBE8481}" srcOrd="0" destOrd="0" presId="urn:microsoft.com/office/officeart/2005/8/layout/vList5"/>
    <dgm:cxn modelId="{16466152-551A-417E-9EB3-4C0FC3867902}" type="presParOf" srcId="{120DCED0-01FF-429D-8B4B-923E0875F75E}" destId="{95E0557D-F0A1-4F38-8083-55DE7503164F}" srcOrd="1" destOrd="0" presId="urn:microsoft.com/office/officeart/2005/8/layout/vList5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6FB9694A-6C63-4B23-90F6-4F208C00D399}">
      <dsp:nvSpPr>
        <dsp:cNvPr id="0" name=""/>
        <dsp:cNvSpPr/>
      </dsp:nvSpPr>
      <dsp:spPr>
        <a:xfrm rot="5400000">
          <a:off x="6395051" y="-2741862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Boostrapp est un framework Css.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20324"/>
        <a:ext cx="6306545" cy="615466"/>
      </dsp:txXfrm>
    </dsp:sp>
    <dsp:sp modelId="{3230722F-B757-4673-BD2F-9D4BAB5CEE8D}">
      <dsp:nvSpPr>
        <dsp:cNvPr id="0" name=""/>
        <dsp:cNvSpPr/>
      </dsp:nvSpPr>
      <dsp:spPr>
        <a:xfrm>
          <a:off x="0" y="1772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C’est quoi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43391"/>
        <a:ext cx="3482922" cy="769332"/>
      </dsp:txXfrm>
    </dsp:sp>
    <dsp:sp modelId="{329ECF1A-78BE-41CB-B252-8011825B67CD}">
      <dsp:nvSpPr>
        <dsp:cNvPr id="0" name=""/>
        <dsp:cNvSpPr/>
      </dsp:nvSpPr>
      <dsp:spPr>
        <a:xfrm rot="5400000">
          <a:off x="6395051" y="-1846663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nous aide à faire des design web plus facile et rapide.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015523"/>
        <a:ext cx="6306545" cy="615466"/>
      </dsp:txXfrm>
    </dsp:sp>
    <dsp:sp modelId="{8A3FE5E4-2689-4041-B2C5-C63BC276A3EF}">
      <dsp:nvSpPr>
        <dsp:cNvPr id="0" name=""/>
        <dsp:cNvSpPr/>
      </dsp:nvSpPr>
      <dsp:spPr>
        <a:xfrm>
          <a:off x="0" y="896971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A quoi sert Boostrap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938590"/>
        <a:ext cx="3482922" cy="769332"/>
      </dsp:txXfrm>
    </dsp:sp>
    <dsp:sp modelId="{A66EBD3D-E7C5-421C-B8B5-728648057DDC}">
      <dsp:nvSpPr>
        <dsp:cNvPr id="0" name=""/>
        <dsp:cNvSpPr/>
      </dsp:nvSpPr>
      <dsp:spPr>
        <a:xfrm rot="5400000">
          <a:off x="6395051" y="-951464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En local et en Ligne via CDN 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1910722"/>
        <a:ext cx="6306545" cy="615466"/>
      </dsp:txXfrm>
    </dsp:sp>
    <dsp:sp modelId="{1C763A21-352A-41D1-A2E2-E305DABA275D}">
      <dsp:nvSpPr>
        <dsp:cNvPr id="0" name=""/>
        <dsp:cNvSpPr/>
      </dsp:nvSpPr>
      <dsp:spPr>
        <a:xfrm>
          <a:off x="0" y="1792170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Comment fonctionne Boostrapp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1833789"/>
        <a:ext cx="3482922" cy="769332"/>
      </dsp:txXfrm>
    </dsp:sp>
    <dsp:sp modelId="{95E0557D-F0A1-4F38-8083-55DE7503164F}">
      <dsp:nvSpPr>
        <dsp:cNvPr id="0" name=""/>
        <dsp:cNvSpPr/>
      </dsp:nvSpPr>
      <dsp:spPr>
        <a:xfrm rot="5400000">
          <a:off x="6395051" y="-56265"/>
          <a:ext cx="682056" cy="6339840"/>
        </a:xfrm>
        <a:prstGeom prst="round2SameRect">
          <a:avLst/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47650" tIns="123825" rIns="247650" bIns="123825" numCol="1" spcCol="1270" rtlCol="0" anchor="ctr" anchorCtr="0">
          <a:noAutofit/>
        </a:bodyPr>
        <a:lstStyle/>
        <a:p>
          <a:pPr marL="228600" lvl="1" indent="-228600" algn="l" defTabSz="1066800" rtl="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•"/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Oui les framework Css web sont plus nombreux.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 rot="-5400000">
        <a:off x="3566160" y="2805921"/>
        <a:ext cx="6306545" cy="615466"/>
      </dsp:txXfrm>
    </dsp:sp>
    <dsp:sp modelId="{B9324B26-5FF5-4FF7-9073-66103CBE8481}">
      <dsp:nvSpPr>
        <dsp:cNvPr id="0" name=""/>
        <dsp:cNvSpPr/>
      </dsp:nvSpPr>
      <dsp:spPr>
        <a:xfrm>
          <a:off x="0" y="2687369"/>
          <a:ext cx="3566160" cy="852570"/>
        </a:xfrm>
        <a:prstGeom prst="roundRect">
          <a:avLst/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5875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91440" tIns="45720" rIns="91440" bIns="45720" numCol="1" spcCol="1270" rtlCol="0" anchor="ctr" anchorCtr="0">
          <a:noAutofit/>
        </a:bodyPr>
        <a:lstStyle/>
        <a:p>
          <a:pPr lvl="0" algn="ctr" defTabSz="1066800" rtl="0">
            <a:lnSpc>
              <a:spcPct val="90000"/>
            </a:lnSpc>
            <a:spcBef>
              <a:spcPct val="0"/>
            </a:spcBef>
            <a:spcAft>
              <a:spcPct val="35000"/>
            </a:spcAft>
          </a:pPr>
          <a:r>
            <a:rPr lang="fr" sz="2400" kern="1200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rPr>
            <a:t>Boostrap a il un concurent ?</a:t>
          </a:r>
          <a:endParaRPr lang="fr" sz="2400" kern="1200" dirty="0">
            <a:latin typeface="Tahoma" panose="020B0604030504040204" pitchFamily="34" charset="0"/>
            <a:ea typeface="Tahoma" panose="020B0604030504040204" pitchFamily="34" charset="0"/>
            <a:cs typeface="Tahoma" panose="020B0604030504040204" pitchFamily="34" charset="0"/>
          </a:endParaRPr>
        </a:p>
      </dsp:txBody>
      <dsp:txXfrm>
        <a:off x="41619" y="2728988"/>
        <a:ext cx="3482922" cy="769332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vList5">
  <dgm:title val=""/>
  <dgm:desc val=""/>
  <dgm:catLst>
    <dgm:cat type="list" pri="15000"/>
    <dgm:cat type="convert" pri="2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1"/>
      </dgm:ptLst>
      <dgm:cxnLst>
        <dgm:cxn modelId="4" srcId="0" destId="1" srcOrd="0" destOrd="0"/>
        <dgm:cxn modelId="5" srcId="0" destId="2" srcOrd="1" destOrd="0"/>
        <dgm:cxn modelId="13" srcId="1" destId="11" srcOrd="0" destOrd="0"/>
        <dgm:cxn modelId="23" srcId="2" destId="2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T"/>
          <dgm:param type="nodeHorzAlign" val="l"/>
        </dgm:alg>
      </dgm:if>
      <dgm:else name="Name3">
        <dgm:alg type="lin">
          <dgm:param type="linDir" val="fromT"/>
          <dgm:param type="nodeHorzAlign" val="r"/>
        </dgm:alg>
      </dgm:else>
    </dgm:choose>
    <dgm:shape xmlns:r="http://schemas.openxmlformats.org/officeDocument/2006/relationships" r:blip="">
      <dgm:adjLst/>
    </dgm:shape>
    <dgm:presOf/>
    <dgm:constrLst>
      <dgm:constr type="h" for="ch" forName="linNode" refType="h"/>
      <dgm:constr type="w" for="ch" forName="linNode" refType="w"/>
      <dgm:constr type="h" for="ch" forName="sp" refType="h" fact="0.05"/>
      <dgm:constr type="primFontSz" for="des" forName="parentText" op="equ" val="65"/>
      <dgm:constr type="secFontSz" for="des" forName="descendantText" op="equ"/>
    </dgm:constrLst>
    <dgm:ruleLst/>
    <dgm:forEach name="Name4" axis="ch" ptType="node">
      <dgm:layoutNode name="linNode">
        <dgm:choose name="Name5">
          <dgm:if name="Name6" func="var" arg="dir" op="equ" val="norm">
            <dgm:alg type="lin">
              <dgm:param type="linDir" val="fromL"/>
            </dgm:alg>
          </dgm:if>
          <dgm:else name="Name7">
            <dgm:alg type="lin">
              <dgm:param type="linDir" val="fromR"/>
            </dgm:alg>
          </dgm:else>
        </dgm:choose>
        <dgm:shape xmlns:r="http://schemas.openxmlformats.org/officeDocument/2006/relationships" r:blip="">
          <dgm:adjLst/>
        </dgm:shape>
        <dgm:presOf/>
        <dgm:constrLst>
          <dgm:constr type="w" for="ch" forName="parentText" refType="w" fact="0.36"/>
          <dgm:constr type="w" for="ch" forName="descendantText" refType="w" fact="0.64"/>
          <dgm:constr type="h" for="ch" forName="parentText" refType="h"/>
          <dgm:constr type="h" for="ch" forName="descendantText" refType="h" refFor="ch" refForName="parentText" fact="0.8"/>
        </dgm:constrLst>
        <dgm:ruleLst/>
        <dgm:layoutNode name="parentText">
          <dgm:varLst>
            <dgm:chMax val="1"/>
            <dgm:bulletEnabled val="1"/>
          </dgm:varLst>
          <dgm:alg type="tx"/>
          <dgm:shape xmlns:r="http://schemas.openxmlformats.org/officeDocument/2006/relationships" type="roundRect" r:blip="" zOrderOff="3">
            <dgm:adjLst/>
          </dgm:shape>
          <dgm:presOf axis="self" ptType="node"/>
          <dgm:constrLst>
            <dgm:constr type="tMarg" refType="primFontSz" fact="0.15"/>
            <dgm:constr type="bMarg" refType="primFontSz" fact="0.15"/>
            <dgm:constr type="lMarg" refType="primFontSz" fact="0.3"/>
            <dgm:constr type="rMarg" refType="primFontSz" fact="0.3"/>
          </dgm:constrLst>
          <dgm:ruleLst>
            <dgm:rule type="primFontSz" val="5" fact="NaN" max="NaN"/>
          </dgm:ruleLst>
        </dgm:layoutNode>
        <dgm:choose name="Name8">
          <dgm:if name="Name9" axis="ch" ptType="node" func="cnt" op="gte" val="1">
            <dgm:layoutNode name="descendantText" styleLbl="alignAccFollowNode1">
              <dgm:varLst>
                <dgm:bulletEnabled val="1"/>
              </dgm:varLst>
              <dgm:alg type="tx">
                <dgm:param type="stBulletLvl" val="1"/>
                <dgm:param type="txAnchorVertCh" val="mid"/>
              </dgm:alg>
              <dgm:choose name="Name10">
                <dgm:if name="Name11" func="var" arg="dir" op="equ" val="norm">
                  <dgm:shape xmlns:r="http://schemas.openxmlformats.org/officeDocument/2006/relationships" rot="90" type="round2SameRect" r:blip="">
                    <dgm:adjLst/>
                  </dgm:shape>
                </dgm:if>
                <dgm:else name="Name12">
                  <dgm:shape xmlns:r="http://schemas.openxmlformats.org/officeDocument/2006/relationships" rot="-90" type="round2SameRect" r:blip="">
                    <dgm:adjLst/>
                  </dgm:shape>
                </dgm:else>
              </dgm:choose>
              <dgm:presOf axis="des" ptType="node"/>
              <dgm:constrLst>
                <dgm:constr type="secFontSz" val="65"/>
                <dgm:constr type="primFontSz" refType="secFontSz"/>
                <dgm:constr type="lMarg" refType="secFontSz" fact="0.3"/>
                <dgm:constr type="rMarg" refType="secFontSz" fact="0.3"/>
                <dgm:constr type="tMarg" refType="secFontSz" fact="0.15"/>
                <dgm:constr type="bMarg" refType="secFontSz" fact="0.15"/>
              </dgm:constrLst>
              <dgm:ruleLst>
                <dgm:rule type="secFontSz" val="5" fact="NaN" max="NaN"/>
              </dgm:ruleLst>
            </dgm:layoutNode>
          </dgm:if>
          <dgm:else name="Name13"/>
        </dgm:choose>
      </dgm:layoutNode>
      <dgm:forEach name="Name14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/>
          <dgm:constrLst/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>
            <a:extLst>
              <a:ext uri="{FF2B5EF4-FFF2-40B4-BE49-F238E27FC236}">
                <a16:creationId xmlns:a16="http://schemas.microsoft.com/office/drawing/2014/main" id="{3F368B05-2D38-44D6-B8DA-599D4A9E42B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>
            <a:extLst>
              <a:ext uri="{FF2B5EF4-FFF2-40B4-BE49-F238E27FC236}">
                <a16:creationId xmlns:a16="http://schemas.microsoft.com/office/drawing/2014/main" id="{2681012A-122D-475C-A900-C31EAF4E1915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502FC4-2826-4189-9A5A-4802B82D90F9}" type="datetimeFigureOut">
              <a:rPr lang="fr-FR" smtClean="0"/>
              <a:t>25/03/2026</a:t>
            </a:fld>
            <a:endParaRPr lang="fr-FR"/>
          </a:p>
        </p:txBody>
      </p:sp>
      <p:sp>
        <p:nvSpPr>
          <p:cNvPr id="4" name="Espace réservé du pied de page 3">
            <a:extLst>
              <a:ext uri="{FF2B5EF4-FFF2-40B4-BE49-F238E27FC236}">
                <a16:creationId xmlns:a16="http://schemas.microsoft.com/office/drawing/2014/main" id="{82554434-9A0E-4261-9D33-B9B86CA7C17D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>
            <a:extLst>
              <a:ext uri="{FF2B5EF4-FFF2-40B4-BE49-F238E27FC236}">
                <a16:creationId xmlns:a16="http://schemas.microsoft.com/office/drawing/2014/main" id="{9F980ABD-941E-484C-95AE-BBA0656FBE2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79CB67-650C-4C62-AD51-A107FCCEC4E1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59446017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9AEA84B2-E620-4EFC-AE95-6DDE4155F805}" type="datetimeFigureOut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noProof="0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/>
            <a:r>
              <a:rPr lang="fr-FR" noProof="0" dirty="0"/>
              <a:t>Deuxième niveau</a:t>
            </a:r>
          </a:p>
          <a:p>
            <a:pPr lvl="2"/>
            <a:r>
              <a:rPr lang="fr-FR" noProof="0" dirty="0"/>
              <a:t>Troisième niveau</a:t>
            </a:r>
          </a:p>
          <a:p>
            <a:pPr lvl="3"/>
            <a:r>
              <a:rPr lang="fr-FR" noProof="0" dirty="0"/>
              <a:t>Quatrième niveau</a:t>
            </a:r>
          </a:p>
          <a:p>
            <a:pPr lvl="4"/>
            <a:r>
              <a:rPr lang="fr-FR" noProof="0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7E15328-2FD5-4AB1-B846-CCAE8EA09498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124570124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1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97607758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2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67045347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3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674978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4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24298926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5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9772414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6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72643892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7E15328-2FD5-4AB1-B846-CCAE8EA09498}" type="slidenum">
              <a:rPr lang="fr-FR" smtClean="0"/>
              <a:t>7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9359099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e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 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orme libre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orme libre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orme libre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orme libre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orme libre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orme libre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orme libre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orme libre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orme libre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orme libre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orme libre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orme libre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orme libre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orme libre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orme libre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orme libre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orme libre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orme libre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orme libre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orme libre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orme libre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orme libre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orme libre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orme libre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orme libre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orme libre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orme libre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orme libre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orme libre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orme libre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orme libre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orme libre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orme libre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orme libre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orme libre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orme libre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orme libre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 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orme libre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orme libre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orme libre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orme libre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orme libre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orme libre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orme libre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orme libre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orme libre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orme libre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orme libre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orme libre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orme libre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rtlCol="0" anchor="b">
            <a:normAutofit/>
          </a:bodyPr>
          <a:lstStyle>
            <a:lvl1pPr algn="l">
              <a:defRPr sz="48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 rtlCol="0"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pPr rtl="0"/>
            <a:r>
              <a:rPr lang="fr-FR" noProof="0" smtClean="0"/>
              <a:t>Modifier le style des sous-titres du masque</a:t>
            </a:r>
            <a:endParaRPr lang="fr-FR" noProof="0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 rtlCol="0"/>
          <a:lstStyle/>
          <a:p>
            <a:pPr rtl="0"/>
            <a:fld id="{A02EAC81-5C99-4864-A0E8-CFA5C9ABA6C2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142549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/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601D7A6B-BCC2-4C21-BAE3-6AF1B840E56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0880803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-têt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4424362"/>
            <a:ext cx="9906000" cy="1374776"/>
          </a:xfrm>
        </p:spPr>
        <p:txBody>
          <a:bodyPr rtlCol="0"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635DD21-33A0-42C5-A2E5-7493465514B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742793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 hasCustomPrompt="1"/>
          </p:nvPr>
        </p:nvSpPr>
        <p:spPr>
          <a:xfrm>
            <a:off x="1141410" y="2249486"/>
            <a:ext cx="4878389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6172200" y="2249486"/>
            <a:ext cx="4875211" cy="3541714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E8BC33FA-CEBE-4502-9F9B-2F0989154353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16150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1" y="2249486"/>
            <a:ext cx="4878392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 hasCustomPrompt="1"/>
          </p:nvPr>
        </p:nvSpPr>
        <p:spPr>
          <a:xfrm>
            <a:off x="1141410" y="3073397"/>
            <a:ext cx="4878391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6172200" y="2249485"/>
            <a:ext cx="4875210" cy="823912"/>
          </a:xfrm>
        </p:spPr>
        <p:txBody>
          <a:bodyPr rtlCol="0"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 hasCustomPrompt="1"/>
          </p:nvPr>
        </p:nvSpPr>
        <p:spPr>
          <a:xfrm>
            <a:off x="6172200" y="3073397"/>
            <a:ext cx="4875210" cy="2717801"/>
          </a:xfrm>
        </p:spPr>
        <p:txBody>
          <a:bodyPr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B3ECB3ED-4851-4DE7-9A6A-4D7485AC63E3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08205415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uniqu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DBDFEB93-A53E-490C-AF00-EDE3AFF9A36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95662263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69093F2-5574-4FF9-B1D2-E15C695A74EF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8414199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contenu 2"/>
          <p:cNvSpPr>
            <a:spLocks noGrp="1"/>
          </p:cNvSpPr>
          <p:nvPr>
            <p:ph idx="1" hasCustomPrompt="1"/>
          </p:nvPr>
        </p:nvSpPr>
        <p:spPr>
          <a:xfrm>
            <a:off x="5156200" y="592666"/>
            <a:ext cx="5891209" cy="5198534"/>
          </a:xfrm>
        </p:spPr>
        <p:txBody>
          <a:bodyPr rtlCol="0" anchor="ctr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6705" y="2249486"/>
            <a:ext cx="3856037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75F6C24-568D-4917-863C-3B89D44003D5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06940111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rtlCol="0" anchor="b"/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rtlCol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rtl="0"/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2249486"/>
            <a:ext cx="5934511" cy="3541714"/>
          </a:xfrm>
        </p:spPr>
        <p:txBody>
          <a:bodyPr rtlCol="0"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A202532-655D-448B-BCCD-E52581A788ED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7942556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 panoramiqu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rtlCol="0" anchor="b">
            <a:normAutofit/>
          </a:bodyPr>
          <a:lstStyle>
            <a:lvl1pPr>
              <a:defRPr sz="32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’image 2"/>
          <p:cNvSpPr>
            <a:spLocks noGrp="1" noChangeAspect="1"/>
          </p:cNvSpPr>
          <p:nvPr>
            <p:ph type="pic" idx="1" hasCustomPrompt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5124020"/>
            <a:ext cx="9910859" cy="682472"/>
          </a:xfrm>
        </p:spPr>
        <p:txBody>
          <a:bodyPr rtlCol="0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0ACE44FF-5CD6-4B82-B1F5-6AE86C9907EB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532846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re et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0" y="4419599"/>
            <a:ext cx="9904459" cy="1371599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B3B6F96-1DBA-403E-937D-37819E106CA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54245466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tion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rtlCol="0" anchor="ctr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3" hasCustomPrompt="1"/>
          </p:nvPr>
        </p:nvSpPr>
        <p:spPr>
          <a:xfrm>
            <a:off x="1720644" y="3365557"/>
            <a:ext cx="8752299" cy="548968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411" y="4309919"/>
            <a:ext cx="9906002" cy="1489496"/>
          </a:xfrm>
        </p:spPr>
        <p:txBody>
          <a:bodyPr rtlCol="0"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55413907-E3EB-48AE-AB86-05A8E02730C7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  <p:sp>
        <p:nvSpPr>
          <p:cNvPr id="60" name="Zone de texte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Zone de texte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 rtl="0"/>
            <a:r>
              <a:rPr lang="fr-FR" sz="8000" noProof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100527238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rte de n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rtlCol="0" anchor="b">
            <a:normAutofit/>
          </a:bodyPr>
          <a:lstStyle>
            <a:lvl1pPr>
              <a:defRPr sz="3600"/>
            </a:lvl1pPr>
          </a:lstStyle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 hasCustomPrompt="1"/>
          </p:nvPr>
        </p:nvSpPr>
        <p:spPr>
          <a:xfrm>
            <a:off x="1141364" y="4657655"/>
            <a:ext cx="9904505" cy="1140644"/>
          </a:xfrm>
        </p:spPr>
        <p:txBody>
          <a:bodyPr rtlCol="0"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72A7BD87-4162-417A-9B5A-2932BA9F7490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14055312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r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7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0" y="2674463"/>
            <a:ext cx="3196899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8" name="Espace réservé du texte 3"/>
          <p:cNvSpPr>
            <a:spLocks noGrp="1"/>
          </p:cNvSpPr>
          <p:nvPr>
            <p:ph type="body" sz="half" idx="15" hasCustomPrompt="1"/>
          </p:nvPr>
        </p:nvSpPr>
        <p:spPr>
          <a:xfrm>
            <a:off x="1127918" y="3360263"/>
            <a:ext cx="3208735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9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514766" y="2677635"/>
            <a:ext cx="3184385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0" name="Espace réservé du texte 3"/>
          <p:cNvSpPr>
            <a:spLocks noGrp="1"/>
          </p:cNvSpPr>
          <p:nvPr>
            <p:ph type="body" sz="half" idx="16" hasCustomPrompt="1"/>
          </p:nvPr>
        </p:nvSpPr>
        <p:spPr>
          <a:xfrm>
            <a:off x="4504213" y="3363435"/>
            <a:ext cx="3195830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1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442" y="2674463"/>
            <a:ext cx="3194968" cy="685800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12" name="Espace réservé du texte 3"/>
          <p:cNvSpPr>
            <a:spLocks noGrp="1"/>
          </p:cNvSpPr>
          <p:nvPr>
            <p:ph type="body" sz="half" idx="17" hasCustomPrompt="1"/>
          </p:nvPr>
        </p:nvSpPr>
        <p:spPr>
          <a:xfrm>
            <a:off x="7852442" y="3360263"/>
            <a:ext cx="3194968" cy="2430936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20004DDE-15BB-4C4D-B4EA-C083161A9948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426960505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 colonnes d’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r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19" name="Espace réservé du texte 2"/>
          <p:cNvSpPr>
            <a:spLocks noGrp="1"/>
          </p:cNvSpPr>
          <p:nvPr>
            <p:ph type="body" idx="1" hasCustomPrompt="1"/>
          </p:nvPr>
        </p:nvSpPr>
        <p:spPr>
          <a:xfrm>
            <a:off x="1141413" y="4404596"/>
            <a:ext cx="319524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0" name="Espace réservé d’image 2"/>
          <p:cNvSpPr>
            <a:spLocks noGrp="1" noChangeAspect="1"/>
          </p:cNvSpPr>
          <p:nvPr>
            <p:ph type="pic" idx="15" hasCustomPrompt="1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1" name="Espace réservé du texte 3"/>
          <p:cNvSpPr>
            <a:spLocks noGrp="1"/>
          </p:cNvSpPr>
          <p:nvPr>
            <p:ph type="body" sz="half" idx="18" hasCustomPrompt="1"/>
          </p:nvPr>
        </p:nvSpPr>
        <p:spPr>
          <a:xfrm>
            <a:off x="1141413" y="4980858"/>
            <a:ext cx="3195240" cy="817843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2" name="Espace réservé du texte 4"/>
          <p:cNvSpPr>
            <a:spLocks noGrp="1"/>
          </p:cNvSpPr>
          <p:nvPr>
            <p:ph type="body" sz="quarter" idx="3" hasCustomPrompt="1"/>
          </p:nvPr>
        </p:nvSpPr>
        <p:spPr>
          <a:xfrm>
            <a:off x="4489053" y="4404596"/>
            <a:ext cx="3200400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3" name="Espace réservé d’image 2"/>
          <p:cNvSpPr>
            <a:spLocks noGrp="1" noChangeAspect="1"/>
          </p:cNvSpPr>
          <p:nvPr>
            <p:ph type="pic" idx="21" hasCustomPrompt="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4" name="Espace réservé du texte 3"/>
          <p:cNvSpPr>
            <a:spLocks noGrp="1"/>
          </p:cNvSpPr>
          <p:nvPr>
            <p:ph type="body" sz="half" idx="19" hasCustomPrompt="1"/>
          </p:nvPr>
        </p:nvSpPr>
        <p:spPr>
          <a:xfrm>
            <a:off x="4487593" y="4980857"/>
            <a:ext cx="3200400" cy="810342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5" name="Espace réservé du texte 4"/>
          <p:cNvSpPr>
            <a:spLocks noGrp="1"/>
          </p:cNvSpPr>
          <p:nvPr>
            <p:ph type="body" sz="quarter" idx="13" hasCustomPrompt="1"/>
          </p:nvPr>
        </p:nvSpPr>
        <p:spPr>
          <a:xfrm>
            <a:off x="7852567" y="4404595"/>
            <a:ext cx="3190741" cy="576262"/>
          </a:xfrm>
        </p:spPr>
        <p:txBody>
          <a:bodyPr rtlCol="0"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26" name="Espace réservé d’image 2"/>
          <p:cNvSpPr>
            <a:spLocks noGrp="1" noChangeAspect="1"/>
          </p:cNvSpPr>
          <p:nvPr>
            <p:ph type="pic" idx="22" hasCustomPrompt="1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 rtl="0">
              <a:buNone/>
            </a:pPr>
            <a:r>
              <a:rPr lang="fr-FR" noProof="0"/>
              <a:t>Cliquez sur l’icône pour ajouter une image</a:t>
            </a:r>
          </a:p>
        </p:txBody>
      </p:sp>
      <p:sp>
        <p:nvSpPr>
          <p:cNvPr id="27" name="Espace réservé du texte 3"/>
          <p:cNvSpPr>
            <a:spLocks noGrp="1"/>
          </p:cNvSpPr>
          <p:nvPr>
            <p:ph type="body" sz="half" idx="20" hasCustomPrompt="1"/>
          </p:nvPr>
        </p:nvSpPr>
        <p:spPr>
          <a:xfrm>
            <a:off x="7852442" y="4980854"/>
            <a:ext cx="3194968" cy="810345"/>
          </a:xfrm>
        </p:spPr>
        <p:txBody>
          <a:bodyPr rtlCol="0"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 rtl="0"/>
            <a:r>
              <a:rPr lang="fr-FR" noProof="0"/>
              <a:t>Modifiez les styles du texte du masque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9E1F3B7E-0513-428C-82D7-BDF3AA9A4EA5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82016078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/>
        <p:txBody>
          <a:bodyPr vert="eaVert" rtlCol="0" anchor="t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F2372795-7EAB-4160-A1B0-2F422ABD8E89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636053489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 rtlCol="0"/>
          <a:lstStyle/>
          <a:p>
            <a:pPr rtl="0"/>
            <a:r>
              <a:rPr lang="fr-FR" noProof="0" smtClean="0"/>
              <a:t>Modifiez le style du titre</a:t>
            </a:r>
            <a:endParaRPr lang="fr-FR" noProof="0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 hasCustomPrompt="1"/>
          </p:nvPr>
        </p:nvSpPr>
        <p:spPr>
          <a:xfrm>
            <a:off x="1141410" y="609599"/>
            <a:ext cx="7748590" cy="5181601"/>
          </a:xfrm>
        </p:spPr>
        <p:txBody>
          <a:bodyPr vert="eaVert" rtlCol="0"/>
          <a:lstStyle/>
          <a:p>
            <a:pPr lvl="0" rtl="0"/>
            <a:r>
              <a:rPr lang="fr-FR" noProof="0"/>
              <a:t>Modifiez les styles du texte du masque</a:t>
            </a:r>
          </a:p>
          <a:p>
            <a:pPr lvl="1" rtl="0"/>
            <a:r>
              <a:rPr lang="fr-FR" noProof="0"/>
              <a:t>Deuxième niveau</a:t>
            </a:r>
          </a:p>
          <a:p>
            <a:pPr lvl="2" rtl="0"/>
            <a:r>
              <a:rPr lang="fr-FR" noProof="0"/>
              <a:t>Troisième niveau</a:t>
            </a:r>
          </a:p>
          <a:p>
            <a:pPr lvl="3" rtl="0"/>
            <a:r>
              <a:rPr lang="fr-FR" noProof="0"/>
              <a:t>Quatrième niveau</a:t>
            </a:r>
          </a:p>
          <a:p>
            <a:pPr lvl="4" rtl="0"/>
            <a:r>
              <a:rPr lang="fr-FR" noProof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 rtlCol="0"/>
          <a:lstStyle/>
          <a:p>
            <a:pPr rtl="0"/>
            <a:fld id="{4C2BF765-708F-4989-AE14-BAB9493E4588}" type="datetime1">
              <a:rPr lang="fr-FR" noProof="0" smtClean="0"/>
              <a:t>25/03/2026</a:t>
            </a:fld>
            <a:endParaRPr lang="fr-FR" noProof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 rtlCol="0"/>
          <a:lstStyle/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 rtlCol="0"/>
          <a:lstStyle/>
          <a:p>
            <a:pPr rtl="0"/>
            <a:fld id="{6D22F896-40B5-4ADD-8801-0D06FADFA095}" type="slidenum">
              <a:rPr lang="fr-FR" noProof="0" smtClean="0"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21870629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duotone>
              <a:prstClr val="black"/>
              <a:schemeClr val="tx2">
                <a:tint val="45000"/>
                <a:satMod val="400000"/>
              </a:schemeClr>
            </a:duoton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e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  <a:gradFill flip="none" rotWithShape="1">
            <a:gsLst>
              <a:gs pos="0">
                <a:schemeClr val="tx2"/>
              </a:gs>
              <a:gs pos="100000">
                <a:schemeClr val="tx2">
                  <a:lumMod val="50000"/>
                </a:schemeClr>
              </a:gs>
            </a:gsLst>
            <a:lin ang="5400000" scaled="0"/>
            <a:tileRect/>
          </a:gradFill>
        </p:grpSpPr>
        <p:grpSp>
          <p:nvGrpSpPr>
            <p:cNvPr id="9" name="Groupe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pFill/>
          </p:grpSpPr>
          <p:sp>
            <p:nvSpPr>
              <p:cNvPr id="21" name="Rectangle 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orme libre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orme libre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orme libre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orme libre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orme libre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orme libre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orme libre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orme libre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orme libre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orme libre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gne 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orme libre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orme libre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orme libre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orme libre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orme libre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orme libre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orme libre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orme libre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orme libre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orme libre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orme libre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orme libre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orme libre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orme libre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e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pFill/>
          </p:grpSpPr>
          <p:sp>
            <p:nvSpPr>
              <p:cNvPr id="11" name="Forme libre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orme libre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orme libre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orme libre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orme libre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orme libre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orme libre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orme libre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orme libre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rtl="0"/>
            <a:endParaRPr lang="fr-FR" noProof="0"/>
          </a:p>
        </p:txBody>
      </p:sp>
      <p:sp>
        <p:nvSpPr>
          <p:cNvPr id="3" name="Espace réservé au texte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 rtl="0"/>
            <a:r>
              <a:rPr lang="fr-FR" noProof="0" dirty="0"/>
              <a:t>Modifiez les styles du texte du masque</a:t>
            </a:r>
          </a:p>
          <a:p>
            <a:pPr lvl="1" rtl="0"/>
            <a:r>
              <a:rPr lang="fr-FR" noProof="0" dirty="0"/>
              <a:t>Deuxième niveau</a:t>
            </a:r>
          </a:p>
          <a:p>
            <a:pPr lvl="2" rtl="0"/>
            <a:r>
              <a:rPr lang="fr-FR" noProof="0" dirty="0"/>
              <a:t>Troisième niveau</a:t>
            </a:r>
          </a:p>
          <a:p>
            <a:pPr lvl="3" rtl="0"/>
            <a:r>
              <a:rPr lang="fr-FR" noProof="0" dirty="0"/>
              <a:t>Quatrième niveau</a:t>
            </a:r>
          </a:p>
          <a:p>
            <a:pPr lvl="4" rtl="0"/>
            <a:r>
              <a:rPr lang="fr-FR" noProof="0" dirty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CD282D03-1B0F-4808-A039-91C9E6CB118E}" type="datetime1">
              <a:rPr lang="fr-FR" noProof="0" smtClean="0"/>
              <a:t>25/03/2026</a:t>
            </a:fld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endParaRPr lang="fr-FR" noProof="0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 rtl="0"/>
            <a:fld id="{6D22F896-40B5-4ADD-8801-0D06FADFA095}" type="slidenum">
              <a:rPr lang="fr-FR" noProof="0" smtClean="0"/>
              <a:pPr/>
              <a:t>‹N°›</a:t>
            </a:fld>
            <a:endParaRPr lang="fr-FR" noProof="0"/>
          </a:p>
        </p:txBody>
      </p:sp>
    </p:spTree>
    <p:extLst>
      <p:ext uri="{BB962C8B-B14F-4D97-AF65-F5344CB8AC3E}">
        <p14:creationId xmlns:p14="http://schemas.microsoft.com/office/powerpoint/2010/main" val="376098732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70" r:id="rId1"/>
    <p:sldLayoutId id="2147483671" r:id="rId2"/>
    <p:sldLayoutId id="2147483672" r:id="rId3"/>
    <p:sldLayoutId id="2147483673" r:id="rId4"/>
    <p:sldLayoutId id="2147483674" r:id="rId5"/>
    <p:sldLayoutId id="2147483675" r:id="rId6"/>
    <p:sldLayoutId id="2147483676" r:id="rId7"/>
    <p:sldLayoutId id="2147483677" r:id="rId8"/>
    <p:sldLayoutId id="2147483678" r:id="rId9"/>
    <p:sldLayoutId id="2147483679" r:id="rId10"/>
    <p:sldLayoutId id="2147483680" r:id="rId11"/>
    <p:sldLayoutId id="2147483681" r:id="rId12"/>
    <p:sldLayoutId id="2147483682" r:id="rId13"/>
    <p:sldLayoutId id="2147483683" r:id="rId14"/>
    <p:sldLayoutId id="2147483684" r:id="rId15"/>
    <p:sldLayoutId id="2147483685" r:id="rId16"/>
    <p:sldLayoutId id="2147483686" r:id="rId17"/>
  </p:sldLayoutIdLs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getbootstrap.com/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268D3E5-C7A3-47DF-A374-46BF83A6990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953308" y="1122363"/>
            <a:ext cx="10637806" cy="2387600"/>
          </a:xfrm>
        </p:spPr>
        <p:txBody>
          <a:bodyPr rtlCol="0">
            <a:normAutofit/>
          </a:bodyPr>
          <a:lstStyle/>
          <a:p>
            <a:pPr algn="ctr" rtl="0"/>
            <a:r>
              <a:rPr lang="fr-FR" sz="5400" dirty="0" smtClean="0">
                <a:latin typeface="Rockwell" panose="02060603020205020403" pitchFamily="18" charset="0"/>
              </a:rPr>
              <a:t>GACI FORUM SUR L’APPRENTISSAGE DU frame </a:t>
            </a:r>
            <a:r>
              <a:rPr lang="fr-FR" sz="5400" dirty="0" err="1" smtClean="0">
                <a:latin typeface="Rockwell" panose="02060603020205020403" pitchFamily="18" charset="0"/>
              </a:rPr>
              <a:t>work</a:t>
            </a:r>
            <a:r>
              <a:rPr lang="fr-FR" sz="5400" dirty="0" smtClean="0">
                <a:latin typeface="Rockwell" panose="02060603020205020403" pitchFamily="18" charset="0"/>
              </a:rPr>
              <a:t> </a:t>
            </a:r>
            <a:r>
              <a:rPr lang="fr-FR" sz="5400" dirty="0" err="1" smtClean="0">
                <a:latin typeface="Rockwell" panose="02060603020205020403" pitchFamily="18" charset="0"/>
              </a:rPr>
              <a:t>boostrap</a:t>
            </a:r>
            <a:endParaRPr lang="fr-FR" sz="5400" dirty="0">
              <a:latin typeface="Rockwell" panose="02060603020205020403" pitchFamily="18" charset="0"/>
            </a:endParaRPr>
          </a:p>
        </p:txBody>
      </p:sp>
      <p:sp>
        <p:nvSpPr>
          <p:cNvPr id="3" name="Sous-titre 2">
            <a:extLst>
              <a:ext uri="{FF2B5EF4-FFF2-40B4-BE49-F238E27FC236}">
                <a16:creationId xmlns:a16="http://schemas.microsoft.com/office/drawing/2014/main" id="{2E78725B-6E40-4D82-B375-7831D81C29E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rtlCol="0">
            <a:normAutofit/>
          </a:bodyPr>
          <a:lstStyle/>
          <a:p>
            <a:pPr algn="ctr" rtl="0"/>
            <a:r>
              <a:rPr lang="fr-FR" sz="2400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Presentateur</a:t>
            </a:r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: REDDY NZOLOKO 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algn="ctr" rtl="0"/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Co-PRESENTATEUR: TRIOMPHE MBASA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8193592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 dirty="0">
                <a:latin typeface="Rockwell" panose="02060603020205020403" pitchFamily="18" charset="0"/>
              </a:rPr>
              <a:t>Problème</a:t>
            </a:r>
          </a:p>
        </p:txBody>
      </p:sp>
      <p:graphicFrame>
        <p:nvGraphicFramePr>
          <p:cNvPr id="4" name="Espace réservé du contenu 3">
            <a:extLst>
              <a:ext uri="{FF2B5EF4-FFF2-40B4-BE49-F238E27FC236}">
                <a16:creationId xmlns:a16="http://schemas.microsoft.com/office/drawing/2014/main" id="{8D4F1745-A55E-4835-88EB-BC637121B608}"/>
              </a:ext>
              <a:ext uri="{C183D7F6-B498-43B3-948B-1728B52AA6E4}">
                <adec:decorative xmlns="" xmlns:adec="http://schemas.microsoft.com/office/drawing/2017/decorative" val="1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1082450892"/>
              </p:ext>
            </p:extLst>
          </p:nvPr>
        </p:nvGraphicFramePr>
        <p:xfrm>
          <a:off x="1141413" y="2249488"/>
          <a:ext cx="9906000" cy="3541712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</p:spTree>
    <p:extLst>
      <p:ext uri="{BB962C8B-B14F-4D97-AF65-F5344CB8AC3E}">
        <p14:creationId xmlns:p14="http://schemas.microsoft.com/office/powerpoint/2010/main" val="325368974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Informations générales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/>
          <a:lstStyle/>
          <a:p>
            <a:pPr rtl="0"/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Quel est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l’objectif de notre apprentissage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 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?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Ce cours est un atout pour l’apprentissage de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Boostrapp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</a:p>
          <a:p>
            <a:pPr rtl="0"/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Nous allons utilisé le CDN </a:t>
            </a:r>
            <a:r>
              <a:rPr lang="fr-FR" dirty="0" err="1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clouds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qui </a:t>
            </a:r>
            <a:r>
              <a:rPr lang="fr-FR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fonctionne en ligne</a:t>
            </a:r>
            <a:r>
              <a:rPr lang="fr-FR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.</a:t>
            </a:r>
            <a:endParaRPr lang="fr-FR" dirty="0" smtClean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2179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1. Le Concept du CDN : La Bibliothèque "Cloud"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10012545" cy="3541714"/>
          </a:xfrm>
        </p:spPr>
        <p:txBody>
          <a:bodyPr rtlCol="0">
            <a:normAutofit/>
          </a:bodyPr>
          <a:lstStyle/>
          <a:p>
            <a:pPr lvl="1"/>
            <a:r>
              <a:rPr lang="fr-FR" sz="2400" b="1" dirty="0"/>
              <a:t>L'analogie :</a:t>
            </a:r>
            <a:r>
              <a:rPr lang="fr-FR" sz="2400" dirty="0"/>
              <a:t> C'est comme ne pas acheter un livre, mais consulter une bibliothèque géante en ligne. Tant qu'on a internet, on a accès à </a:t>
            </a:r>
            <a:r>
              <a:rPr lang="fr-FR" sz="2400" dirty="0" err="1"/>
              <a:t>Bootstrap</a:t>
            </a:r>
            <a:r>
              <a:rPr lang="fr-FR" sz="2400" dirty="0" smtClean="0"/>
              <a:t>.</a:t>
            </a:r>
          </a:p>
          <a:p>
            <a:pPr lvl="1"/>
            <a:endParaRPr lang="fr-FR" sz="2400" b="1" dirty="0"/>
          </a:p>
          <a:p>
            <a:pPr lvl="1"/>
            <a:r>
              <a:rPr lang="fr-FR" sz="2400" b="1" dirty="0" smtClean="0"/>
              <a:t>Pourquoi </a:t>
            </a:r>
            <a:r>
              <a:rPr lang="fr-FR" sz="2400" b="1" dirty="0"/>
              <a:t>c'est moderne ?</a:t>
            </a:r>
            <a:r>
              <a:rPr lang="fr-FR" sz="2400" dirty="0"/>
              <a:t> Pas d'installation, mise à jour automatique et chargement ultra-rapide car le fichier est souvent déjà dans le cache du navigateur de l'utilisateur</a:t>
            </a:r>
            <a:r>
              <a:rPr lang="fr-FR" sz="2400" dirty="0" smtClean="0"/>
              <a:t>. </a:t>
            </a:r>
          </a:p>
          <a:p>
            <a:pPr lvl="1"/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9841091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41413" y="618518"/>
            <a:ext cx="10231438" cy="1478570"/>
          </a:xfrm>
        </p:spPr>
        <p:txBody>
          <a:bodyPr rtlCol="0">
            <a:normAutofit/>
          </a:bodyPr>
          <a:lstStyle/>
          <a:p>
            <a:pPr rtl="0"/>
            <a:r>
              <a:rPr lang="fr-FR" sz="4400" dirty="0" smtClean="0">
                <a:latin typeface="Rockwell" panose="02060603020205020403" pitchFamily="18" charset="0"/>
              </a:rPr>
              <a:t>Comment utilisé </a:t>
            </a:r>
            <a:r>
              <a:rPr lang="fr-FR" sz="4400" dirty="0" err="1" smtClean="0">
                <a:latin typeface="Rockwell" panose="02060603020205020403" pitchFamily="18" charset="0"/>
              </a:rPr>
              <a:t>Boostrap</a:t>
            </a:r>
            <a:r>
              <a:rPr lang="fr-FR" sz="4400" dirty="0" smtClean="0">
                <a:latin typeface="Rockwell" panose="02060603020205020403" pitchFamily="18" charset="0"/>
              </a:rPr>
              <a:t> avec </a:t>
            </a:r>
            <a:r>
              <a:rPr lang="fr-FR" sz="4400" dirty="0" err="1" smtClean="0">
                <a:latin typeface="Rockwell" panose="02060603020205020403" pitchFamily="18" charset="0"/>
              </a:rPr>
              <a:t>cdn</a:t>
            </a:r>
            <a:r>
              <a:rPr lang="fr-FR" sz="4400" dirty="0" smtClean="0">
                <a:latin typeface="Rockwell" panose="02060603020205020403" pitchFamily="18" charset="0"/>
              </a:rPr>
              <a:t> ou sans </a:t>
            </a:r>
            <a:r>
              <a:rPr lang="fr-FR" sz="4400" dirty="0" err="1" smtClean="0">
                <a:latin typeface="Rockwell" panose="02060603020205020403" pitchFamily="18" charset="0"/>
              </a:rPr>
              <a:t>cdn</a:t>
            </a:r>
            <a:r>
              <a:rPr lang="fr-FR" sz="4400" dirty="0" smtClean="0">
                <a:latin typeface="Rockwell" panose="02060603020205020403" pitchFamily="18" charset="0"/>
              </a:rPr>
              <a:t> 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41412" y="2249487"/>
            <a:ext cx="10231438" cy="3541714"/>
          </a:xfrm>
        </p:spPr>
        <p:txBody>
          <a:bodyPr rtlCol="0">
            <a:normAutofit/>
          </a:bodyPr>
          <a:lstStyle/>
          <a:p>
            <a:pPr lvl="1"/>
            <a:r>
              <a:rPr lang="en-US" altLang="en-US" sz="2400" dirty="0" smtClean="0">
                <a:latin typeface="Arial" panose="020B0604020202020204" pitchFamily="34" charset="0"/>
                <a:hlinkClick r:id="rId3"/>
              </a:rPr>
              <a:t>getbootstrap.com</a:t>
            </a:r>
            <a:r>
              <a:rPr lang="en-US" altLang="en-US" sz="2400" dirty="0" smtClean="0">
                <a:latin typeface="Arial" panose="020B0604020202020204" pitchFamily="34" charset="0"/>
              </a:rPr>
              <a:t>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voici</a:t>
            </a:r>
            <a:r>
              <a:rPr lang="en-US" altLang="en-US" sz="2400" dirty="0" smtClean="0">
                <a:latin typeface="Arial" panose="020B0604020202020204" pitchFamily="34" charset="0"/>
              </a:rPr>
              <a:t> le lien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vers</a:t>
            </a:r>
            <a:r>
              <a:rPr lang="en-US" altLang="en-US" sz="2400" dirty="0" smtClean="0">
                <a:latin typeface="Arial" panose="020B0604020202020204" pitchFamily="34" charset="0"/>
              </a:rPr>
              <a:t> le site de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boostrapp</a:t>
            </a:r>
            <a:r>
              <a:rPr lang="en-US" altLang="en-US" sz="2400" dirty="0" smtClean="0">
                <a:latin typeface="Arial" panose="020B0604020202020204" pitchFamily="34" charset="0"/>
              </a:rPr>
              <a:t> </a:t>
            </a:r>
            <a:r>
              <a:rPr lang="en-US" altLang="en-US" sz="2400" dirty="0" err="1" smtClean="0">
                <a:latin typeface="Arial" panose="020B0604020202020204" pitchFamily="34" charset="0"/>
              </a:rPr>
              <a:t>officiel</a:t>
            </a:r>
            <a:r>
              <a:rPr lang="en-US" altLang="en-US" sz="2400" dirty="0" smtClean="0">
                <a:latin typeface="Arial" panose="020B0604020202020204" pitchFamily="34" charset="0"/>
              </a:rPr>
              <a:t>, </a:t>
            </a:r>
            <a:r>
              <a:rPr lang="en-US" altLang="en-US" sz="2400" i="1" dirty="0">
                <a:latin typeface="Arial" panose="020B0604020202020204" pitchFamily="34" charset="0"/>
              </a:rPr>
              <a:t>On ne </a:t>
            </a:r>
            <a:r>
              <a:rPr lang="en-US" altLang="en-US" sz="2400" i="1" dirty="0" err="1">
                <a:latin typeface="Arial" panose="020B0604020202020204" pitchFamily="34" charset="0"/>
              </a:rPr>
              <a:t>devine</a:t>
            </a:r>
            <a:r>
              <a:rPr lang="en-US" altLang="en-US" sz="2400" i="1" dirty="0">
                <a:latin typeface="Arial" panose="020B0604020202020204" pitchFamily="34" charset="0"/>
              </a:rPr>
              <a:t> pas le code, on </a:t>
            </a:r>
            <a:r>
              <a:rPr lang="en-US" altLang="en-US" sz="2400" i="1" dirty="0" err="1">
                <a:latin typeface="Arial" panose="020B0604020202020204" pitchFamily="34" charset="0"/>
              </a:rPr>
              <a:t>va</a:t>
            </a:r>
            <a:r>
              <a:rPr lang="en-US" altLang="en-US" sz="2400" i="1" dirty="0">
                <a:latin typeface="Arial" panose="020B0604020202020204" pitchFamily="34" charset="0"/>
              </a:rPr>
              <a:t> le </a:t>
            </a:r>
            <a:r>
              <a:rPr lang="en-US" altLang="en-US" sz="2400" i="1" dirty="0" err="1">
                <a:latin typeface="Arial" panose="020B0604020202020204" pitchFamily="34" charset="0"/>
              </a:rPr>
              <a:t>chercher</a:t>
            </a:r>
            <a:r>
              <a:rPr lang="en-US" altLang="en-US" sz="2400" i="1" dirty="0" smtClean="0">
                <a:latin typeface="Arial" panose="020B0604020202020204" pitchFamily="34" charset="0"/>
              </a:rPr>
              <a:t>."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  <a:p>
            <a:pPr lvl="1"/>
            <a:endParaRPr lang="fr-FR" sz="2400" b="1" dirty="0" smtClean="0"/>
          </a:p>
          <a:p>
            <a:pPr lvl="1"/>
            <a:endParaRPr lang="fr-FR" sz="2400" b="1" dirty="0" smtClean="0"/>
          </a:p>
          <a:p>
            <a:pPr lvl="1"/>
            <a:r>
              <a:rPr lang="fr-FR" sz="2400" b="1" dirty="0" smtClean="0"/>
              <a:t>Copier/Coller </a:t>
            </a:r>
            <a:r>
              <a:rPr lang="fr-FR" sz="2400" b="1" dirty="0"/>
              <a:t>Intelligent :</a:t>
            </a:r>
            <a:r>
              <a:rPr lang="fr-FR" sz="2400" dirty="0"/>
              <a:t> </a:t>
            </a:r>
            <a:r>
              <a:rPr lang="fr-FR" sz="2400" dirty="0" smtClean="0"/>
              <a:t>Le développeur </a:t>
            </a:r>
            <a:r>
              <a:rPr lang="fr-FR" sz="2400" dirty="0"/>
              <a:t>moderne, c'est savoir naviguer dans la documentation pour trouver le composant (</a:t>
            </a:r>
            <a:r>
              <a:rPr lang="fr-FR" sz="2400" dirty="0" err="1"/>
              <a:t>Card</a:t>
            </a:r>
            <a:r>
              <a:rPr lang="fr-FR" sz="2400" dirty="0"/>
              <a:t>, </a:t>
            </a:r>
            <a:r>
              <a:rPr lang="fr-FR" sz="2400" dirty="0" err="1"/>
              <a:t>Navbar</a:t>
            </a:r>
            <a:r>
              <a:rPr lang="fr-FR" sz="2400" dirty="0"/>
              <a:t>, </a:t>
            </a:r>
            <a:r>
              <a:rPr lang="fr-FR" sz="2400" dirty="0" err="1"/>
              <a:t>Carousel</a:t>
            </a:r>
            <a:r>
              <a:rPr lang="fr-FR" sz="2400" dirty="0" smtClean="0"/>
              <a:t>)</a:t>
            </a:r>
            <a:endParaRPr lang="fr-FR" sz="2400" dirty="0">
              <a:latin typeface="Tahoma" panose="020B0604030504040204" pitchFamily="34" charset="0"/>
              <a:ea typeface="Tahoma" panose="020B0604030504040204" pitchFamily="34" charset="0"/>
              <a:cs typeface="Tahoma" panose="020B060403050404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34831811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r>
              <a:rPr lang="fr-FR" sz="4400" dirty="0"/>
              <a:t>Les Fondations : Anatomie d'une </a:t>
            </a:r>
            <a:r>
              <a:rPr lang="fr-FR" sz="4400" dirty="0" smtClean="0"/>
              <a:t>Page.</a:t>
            </a:r>
            <a:endParaRPr lang="fr-FR" sz="4400" dirty="0">
              <a:latin typeface="Rockwell" panose="02060603020205020403" pitchFamily="18" charset="0"/>
            </a:endParaRP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rtlCol="0">
            <a:normAutofit fontScale="92500" lnSpcReduction="20000"/>
          </a:bodyPr>
          <a:lstStyle/>
          <a:p>
            <a:pPr lvl="1"/>
            <a:r>
              <a:rPr lang="en-US" sz="2400" dirty="0"/>
              <a:t>Les Sections et </a:t>
            </a:r>
            <a:r>
              <a:rPr lang="en-US" sz="2400" dirty="0" err="1" smtClean="0"/>
              <a:t>Conteneurs</a:t>
            </a:r>
            <a:endParaRPr lang="en-US" sz="2400" dirty="0" smtClean="0"/>
          </a:p>
          <a:p>
            <a:pPr lvl="1"/>
            <a:r>
              <a:rPr lang="fr-FR" b="1" dirty="0" err="1"/>
              <a:t>Bootstrap</a:t>
            </a:r>
            <a:r>
              <a:rPr lang="fr-FR" b="1" dirty="0"/>
              <a:t> organise tout dans des boîtes</a:t>
            </a:r>
            <a:r>
              <a:rPr lang="fr-FR" dirty="0" smtClean="0"/>
              <a:t>.</a:t>
            </a:r>
          </a:p>
          <a:p>
            <a:pPr lvl="1"/>
            <a:r>
              <a:rPr lang="fr-FR" dirty="0" smtClean="0"/>
              <a:t>Le Container: C'est </a:t>
            </a:r>
            <a:r>
              <a:rPr lang="fr-FR" dirty="0"/>
              <a:t>la base. Elle centre le contenu et laisse des marges sur les côtés. Sans elle, le texte touche les bords de l'écran (c'est moche </a:t>
            </a:r>
            <a:r>
              <a:rPr lang="fr-FR" dirty="0" smtClean="0"/>
              <a:t>!).</a:t>
            </a:r>
          </a:p>
          <a:p>
            <a:pPr lvl="1"/>
            <a:r>
              <a:rPr lang="en-US" dirty="0" smtClean="0"/>
              <a:t>La Section: </a:t>
            </a:r>
            <a:r>
              <a:rPr lang="fr-FR" dirty="0" smtClean="0"/>
              <a:t>On </a:t>
            </a:r>
            <a:r>
              <a:rPr lang="fr-FR" dirty="0"/>
              <a:t>utilise la balise </a:t>
            </a:r>
            <a:r>
              <a:rPr lang="fr-FR" dirty="0" smtClean="0"/>
              <a:t>HTML5 </a:t>
            </a:r>
            <a:r>
              <a:rPr lang="en-US" dirty="0"/>
              <a:t>&lt;section</a:t>
            </a:r>
            <a:r>
              <a:rPr lang="en-US" dirty="0" smtClean="0"/>
              <a:t>&gt; </a:t>
            </a:r>
            <a:r>
              <a:rPr lang="fr-FR" dirty="0"/>
              <a:t>combinée aux classes </a:t>
            </a:r>
            <a:r>
              <a:rPr lang="fr-FR" dirty="0" err="1"/>
              <a:t>Bootstrap</a:t>
            </a:r>
            <a:r>
              <a:rPr lang="fr-FR" dirty="0"/>
              <a:t> pour séparer les parties du portfolio (Accueil, Projets, Contact</a:t>
            </a:r>
            <a:r>
              <a:rPr lang="fr-FR" dirty="0" smtClean="0"/>
              <a:t>). </a:t>
            </a:r>
          </a:p>
          <a:p>
            <a:pPr lvl="1"/>
            <a:endParaRPr lang="fr-FR" dirty="0" smtClean="0"/>
          </a:p>
          <a:p>
            <a:pPr marL="457200" lvl="1" indent="0">
              <a:buNone/>
            </a:pPr>
            <a:endParaRPr lang="fr-FR" dirty="0" smtClean="0"/>
          </a:p>
          <a:p>
            <a:pPr lvl="1" rtl="0"/>
            <a:r>
              <a:rPr lang="fr-FR" sz="2400" dirty="0" smtClean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Décrivez </a:t>
            </a:r>
            <a:r>
              <a:rPr lang="fr-FR" sz="2400" dirty="0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ou illustrez à l’aide de photos le processus de modification de votre prototype et le résultat</a:t>
            </a:r>
          </a:p>
        </p:txBody>
      </p:sp>
    </p:spTree>
    <p:extLst>
      <p:ext uri="{BB962C8B-B14F-4D97-AF65-F5344CB8AC3E}">
        <p14:creationId xmlns:p14="http://schemas.microsoft.com/office/powerpoint/2010/main" val="29195569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4DB6CE4-2B13-4715-B5B2-615A55922C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rtlCol="0">
            <a:normAutofit/>
          </a:bodyPr>
          <a:lstStyle/>
          <a:p>
            <a:pPr rtl="0"/>
            <a:r>
              <a:rPr lang="fr-FR" sz="4400">
                <a:latin typeface="Rockwell" panose="02060603020205020403" pitchFamily="18" charset="0"/>
              </a:rPr>
              <a:t>Résultat final</a:t>
            </a:r>
          </a:p>
        </p:txBody>
      </p:sp>
      <p:sp>
        <p:nvSpPr>
          <p:cNvPr id="3" name="Espace réservé du contenu 2">
            <a:extLst>
              <a:ext uri="{FF2B5EF4-FFF2-40B4-BE49-F238E27FC236}">
                <a16:creationId xmlns:a16="http://schemas.microsoft.com/office/drawing/2014/main" id="{143F5361-68C0-4BF5-80C8-F1E7BF92B2D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fontScale="85000" lnSpcReduction="20000"/>
          </a:bodyPr>
          <a:lstStyle/>
          <a:p>
            <a:pPr lvl="0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Une fois que vous êtes parvenu à un produit final, revenez à votre deuxième diapositive et passez en revue les questions initiales auxquelles vous avez répondu</a:t>
            </a:r>
          </a:p>
          <a:p>
            <a:pPr lvl="1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Votre prototype final a-t-il résolu votre problème pour la ou les personnes ciblées ?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 c’est le cas, </a:t>
            </a:r>
            <a:r>
              <a:rPr lang="fr-FR" b="1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félicitations </a:t>
            </a:r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! Continuez toutefois à réfléchir à la manière dont vous pouvez encore l’améliorer !</a:t>
            </a:r>
          </a:p>
          <a:p>
            <a:pPr lvl="2"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Si ce n’est pas le cas, copiez cette présentation et redémarrez le cycle problème/solution 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Insérez des photos de votre conception finalisée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Indiquez pourquoi cette conception résout le problème</a:t>
            </a:r>
          </a:p>
          <a:p>
            <a:pPr rtl="0"/>
            <a:r>
              <a:rPr lang="fr-FR">
                <a:latin typeface="Tahoma" panose="020B0604030504040204" pitchFamily="34" charset="0"/>
                <a:ea typeface="Tahoma" panose="020B0604030504040204" pitchFamily="34" charset="0"/>
                <a:cs typeface="Tahoma" panose="020B0604030504040204" pitchFamily="34" charset="0"/>
              </a:rPr>
              <a:t>Livrez vos impressions concernant l’ensemble du processus dans le cadre de ce projet</a:t>
            </a:r>
          </a:p>
        </p:txBody>
      </p:sp>
    </p:spTree>
    <p:extLst>
      <p:ext uri="{BB962C8B-B14F-4D97-AF65-F5344CB8AC3E}">
        <p14:creationId xmlns:p14="http://schemas.microsoft.com/office/powerpoint/2010/main" val="1902613301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4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4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48000"/>
                <a:hueMod val="106000"/>
                <a:satMod val="140000"/>
                <a:lumMod val="42000"/>
              </a:schemeClr>
              <a:schemeClr val="phClr">
                <a:tint val="98000"/>
                <a:hueMod val="92000"/>
                <a:satMod val="220000"/>
                <a:lumMod val="9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30478294_TF77815013" id="{1E63A3F3-EF3D-4FBB-9BC6-FF1129928CC1}" vid="{D390F830-A480-4B13-B3B6-57818ECCAE28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Cycle problèmesolution </Template>
  <TotalTime>0</TotalTime>
  <Words>345</Words>
  <Application>Microsoft Office PowerPoint</Application>
  <PresentationFormat>Grand écran</PresentationFormat>
  <Paragraphs>48</Paragraphs>
  <Slides>7</Slides>
  <Notes>7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7</vt:i4>
      </vt:variant>
    </vt:vector>
  </HeadingPairs>
  <TitlesOfParts>
    <vt:vector size="14" baseType="lpstr">
      <vt:lpstr>Arial</vt:lpstr>
      <vt:lpstr>Calibri</vt:lpstr>
      <vt:lpstr>Rockwell</vt:lpstr>
      <vt:lpstr>Tahoma</vt:lpstr>
      <vt:lpstr>Trebuchet MS</vt:lpstr>
      <vt:lpstr>Tw Cen MT</vt:lpstr>
      <vt:lpstr>Circuit</vt:lpstr>
      <vt:lpstr>GACI FORUM SUR L’APPRENTISSAGE DU frame work boostrap</vt:lpstr>
      <vt:lpstr>Problème</vt:lpstr>
      <vt:lpstr>Informations générales</vt:lpstr>
      <vt:lpstr>1. Le Concept du CDN : La Bibliothèque "Cloud"</vt:lpstr>
      <vt:lpstr>Comment utilisé Boostrap avec cdn ou sans cdn </vt:lpstr>
      <vt:lpstr>Les Fondations : Anatomie d'une Page.</vt:lpstr>
      <vt:lpstr>Résultat final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2026-03-19T07:12:23Z</dcterms:created>
  <dcterms:modified xsi:type="dcterms:W3CDTF">2026-03-25T10:44:38Z</dcterms:modified>
</cp:coreProperties>
</file>