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0D51337A-31FA-4717-B2BF-9243F96D2B9B}">
      <dgm:prSet phldrT="[Text]"/>
      <dgm:spPr/>
      <dgm:t>
        <a:bodyPr rtlCol="0"/>
        <a:lstStyle/>
        <a:p>
          <a:pPr rtl="0"/>
          <a:r>
            <a:rPr lang="fr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C’est quoi Boostrapp</a:t>
          </a:r>
          <a:endParaRPr lang="fr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9294D65-F371-46C8-A624-E557E9DF1A30}" type="parTrans" cxnId="{9E6BB655-7FE4-4F8D-B1D2-F885E60B8754}">
      <dgm:prSet/>
      <dgm:spPr/>
      <dgm:t>
        <a:bodyPr rtlCol="0"/>
        <a:lstStyle/>
        <a:p>
          <a:pPr rtl="0"/>
          <a:endParaRPr lang="en-US"/>
        </a:p>
      </dgm:t>
    </dgm:pt>
    <dgm:pt modelId="{6799645E-F42F-43D8-B2EA-A1377D84D0B3}" type="sibTrans" cxnId="{9E6BB655-7FE4-4F8D-B1D2-F885E60B8754}">
      <dgm:prSet/>
      <dgm:spPr/>
      <dgm:t>
        <a:bodyPr rtlCol="0"/>
        <a:lstStyle/>
        <a:p>
          <a:pPr rtl="0"/>
          <a:endParaRPr lang="en-US"/>
        </a:p>
      </dgm:t>
    </dgm:pt>
    <dgm:pt modelId="{A7F7584C-6CC5-40A2-9566-2842A5DEA97A}">
      <dgm:prSet phldrT="[Text]"/>
      <dgm:spPr/>
      <dgm:t>
        <a:bodyPr rtlCol="0"/>
        <a:lstStyle/>
        <a:p>
          <a:pPr rtl="0"/>
          <a:r>
            <a:rPr lang="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Qui rencontre ce problème ?</a:t>
          </a:r>
        </a:p>
      </dgm:t>
    </dgm:pt>
    <dgm:pt modelId="{581272CD-5908-4C17-8E9B-8BF6DCE43C3E}" type="parTrans" cxnId="{F68422C1-CD34-4DED-AA4B-85EFFF4FE933}">
      <dgm:prSet/>
      <dgm:spPr/>
      <dgm:t>
        <a:bodyPr rtlCol="0"/>
        <a:lstStyle/>
        <a:p>
          <a:pPr rtl="0"/>
          <a:endParaRPr lang="en-US"/>
        </a:p>
      </dgm:t>
    </dgm:pt>
    <dgm:pt modelId="{C41ED6A4-512C-48AB-901D-671B73446005}" type="sibTrans" cxnId="{F68422C1-CD34-4DED-AA4B-85EFFF4FE933}">
      <dgm:prSet/>
      <dgm:spPr/>
      <dgm:t>
        <a:bodyPr rtlCol="0"/>
        <a:lstStyle/>
        <a:p>
          <a:pPr rtl="0"/>
          <a:endParaRPr lang="en-US"/>
        </a:p>
      </dgm:t>
    </dgm:pt>
    <dgm:pt modelId="{9D8DAFB6-C744-4BD6-B757-393BF647EBB6}">
      <dgm:prSet phldrT="[Text]" custT="1"/>
      <dgm:spPr/>
      <dgm:t>
        <a:bodyPr rtlCol="0"/>
        <a:lstStyle/>
        <a:p>
          <a:pPr rtl="0"/>
          <a:r>
            <a:rPr lang="fr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[Texte]</a:t>
          </a:r>
        </a:p>
      </dgm:t>
    </dgm:pt>
    <dgm:pt modelId="{17C1C47E-8D1A-404A-B227-B017391CB5F6}" type="parTrans" cxnId="{56052809-46E4-4445-B520-94004C28BB9D}">
      <dgm:prSet/>
      <dgm:spPr/>
      <dgm:t>
        <a:bodyPr rtlCol="0"/>
        <a:lstStyle/>
        <a:p>
          <a:pPr rtl="0"/>
          <a:endParaRPr lang="en-US"/>
        </a:p>
      </dgm:t>
    </dgm:pt>
    <dgm:pt modelId="{C9B44773-68B1-427B-B9CA-0AEA186B621E}" type="sibTrans" cxnId="{56052809-46E4-4445-B520-94004C28BB9D}">
      <dgm:prSet/>
      <dgm:spPr/>
      <dgm:t>
        <a:bodyPr rtlCol="0"/>
        <a:lstStyle/>
        <a:p>
          <a:pPr rtl="0"/>
          <a:endParaRPr lang="en-US"/>
        </a:p>
      </dgm:t>
    </dgm:pt>
    <dgm:pt modelId="{51A6936C-668E-4912-B1B4-BA2D45D3F624}">
      <dgm:prSet phldrT="[Text]"/>
      <dgm:spPr/>
      <dgm:t>
        <a:bodyPr rtlCol="0"/>
        <a:lstStyle/>
        <a:p>
          <a:pPr rtl="0"/>
          <a:r>
            <a:rPr lang="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Pourquoi faut-il résoudre ce problème ?</a:t>
          </a:r>
        </a:p>
      </dgm:t>
    </dgm:pt>
    <dgm:pt modelId="{8F7D40F1-9723-47F5-BFD2-340696378D49}" type="parTrans" cxnId="{000FE2BB-9FE6-4965-ADF5-E3E85B644286}">
      <dgm:prSet/>
      <dgm:spPr/>
      <dgm:t>
        <a:bodyPr rtlCol="0"/>
        <a:lstStyle/>
        <a:p>
          <a:pPr rtl="0"/>
          <a:endParaRPr lang="en-US"/>
        </a:p>
      </dgm:t>
    </dgm:pt>
    <dgm:pt modelId="{E68031D9-E3F9-439E-86FC-2A0A3A3988D0}" type="sibTrans" cxnId="{000FE2BB-9FE6-4965-ADF5-E3E85B644286}">
      <dgm:prSet/>
      <dgm:spPr/>
      <dgm:t>
        <a:bodyPr rtlCol="0"/>
        <a:lstStyle/>
        <a:p>
          <a:pPr rtl="0"/>
          <a:endParaRPr lang="en-US"/>
        </a:p>
      </dgm:t>
    </dgm:pt>
    <dgm:pt modelId="{2A9B6C90-9B70-4ED8-9084-8651413BB905}">
      <dgm:prSet phldrT="[Text]" custT="1"/>
      <dgm:spPr/>
      <dgm:t>
        <a:bodyPr rtlCol="0"/>
        <a:lstStyle/>
        <a:p>
          <a:pPr rtl="0"/>
          <a:r>
            <a:rPr lang="fr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[Texte]</a:t>
          </a:r>
        </a:p>
      </dgm:t>
    </dgm:pt>
    <dgm:pt modelId="{47C005B7-F5AA-4111-A87D-782B117A0259}" type="parTrans" cxnId="{1D59D94A-4BF7-417E-B49B-225C005839A9}">
      <dgm:prSet/>
      <dgm:spPr/>
      <dgm:t>
        <a:bodyPr rtlCol="0"/>
        <a:lstStyle/>
        <a:p>
          <a:pPr rtl="0"/>
          <a:endParaRPr lang="en-US"/>
        </a:p>
      </dgm:t>
    </dgm:pt>
    <dgm:pt modelId="{54109FB3-0563-4B2C-BFF0-181E047427F8}" type="sibTrans" cxnId="{1D59D94A-4BF7-417E-B49B-225C005839A9}">
      <dgm:prSet/>
      <dgm:spPr/>
      <dgm:t>
        <a:bodyPr rtlCol="0"/>
        <a:lstStyle/>
        <a:p>
          <a:pPr rtl="0"/>
          <a:endParaRPr lang="en-US"/>
        </a:p>
      </dgm:t>
    </dgm:pt>
    <dgm:pt modelId="{928B5CB8-3545-4EE5-8BED-981D3C6157A5}">
      <dgm:prSet phldrT="[Text]"/>
      <dgm:spPr/>
      <dgm:t>
        <a:bodyPr rtlCol="0"/>
        <a:lstStyle/>
        <a:p>
          <a:pPr rtl="0"/>
          <a:r>
            <a:rPr lang="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Comment savoir que ce problème a été résolu ?</a:t>
          </a:r>
        </a:p>
      </dgm:t>
    </dgm:pt>
    <dgm:pt modelId="{8452F8D0-82FD-4609-B6BD-446E31563D8A}" type="parTrans" cxnId="{085D3777-7996-4375-B5FB-BFD96D1BF9E4}">
      <dgm:prSet/>
      <dgm:spPr/>
      <dgm:t>
        <a:bodyPr rtlCol="0"/>
        <a:lstStyle/>
        <a:p>
          <a:pPr rtl="0"/>
          <a:endParaRPr lang="en-US"/>
        </a:p>
      </dgm:t>
    </dgm:pt>
    <dgm:pt modelId="{8EF545BA-8D8A-4813-A428-2F18D76E61FA}" type="sibTrans" cxnId="{085D3777-7996-4375-B5FB-BFD96D1BF9E4}">
      <dgm:prSet/>
      <dgm:spPr/>
      <dgm:t>
        <a:bodyPr rtlCol="0"/>
        <a:lstStyle/>
        <a:p>
          <a:pPr rtl="0"/>
          <a:endParaRPr lang="en-US"/>
        </a:p>
      </dgm:t>
    </dgm:pt>
    <dgm:pt modelId="{95A524E6-8A71-49A1-AF74-29696A02028A}">
      <dgm:prSet phldrT="[Text]" custT="1"/>
      <dgm:spPr/>
      <dgm:t>
        <a:bodyPr rtlCol="0"/>
        <a:lstStyle/>
        <a:p>
          <a:pPr rtl="0"/>
          <a:r>
            <a:rPr lang="fr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[Texte]</a:t>
          </a:r>
        </a:p>
      </dgm:t>
    </dgm:pt>
    <dgm:pt modelId="{52C86CAF-440B-4BB7-BD46-805908EC2D17}" type="parTrans" cxnId="{764A7F40-FC93-4B5E-82E4-B29F920B2D30}">
      <dgm:prSet/>
      <dgm:spPr/>
      <dgm:t>
        <a:bodyPr rtlCol="0"/>
        <a:lstStyle/>
        <a:p>
          <a:pPr rtl="0"/>
          <a:endParaRPr lang="en-US"/>
        </a:p>
      </dgm:t>
    </dgm:pt>
    <dgm:pt modelId="{EE0C23C2-8A0C-497A-A914-ED60FDCA930F}" type="sibTrans" cxnId="{764A7F40-FC93-4B5E-82E4-B29F920B2D30}">
      <dgm:prSet/>
      <dgm:spPr/>
      <dgm:t>
        <a:bodyPr rtlCol="0"/>
        <a:lstStyle/>
        <a:p>
          <a:pPr rtl="0"/>
          <a:endParaRPr lang="en-US"/>
        </a:p>
      </dgm:t>
    </dgm:pt>
    <dgm:pt modelId="{E40970FA-9468-4353-8343-FE5E2BEBB8B0}">
      <dgm:prSet phldrT="[Text]" custT="1"/>
      <dgm:spPr/>
      <dgm:t>
        <a:bodyPr rtlCol="0"/>
        <a:lstStyle/>
        <a:p>
          <a:pPr rtl="0"/>
          <a:r>
            <a:rPr lang="fr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Boostrapp est un framework Css.</a:t>
          </a:r>
          <a:endParaRPr lang="fr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4FF68DF-CF36-4D12-9ECE-A3519B0AC88A}" type="sibTrans" cxnId="{A316347C-9D1A-43C6-BE2B-DC184440E1C9}">
      <dgm:prSet/>
      <dgm:spPr/>
      <dgm:t>
        <a:bodyPr rtlCol="0"/>
        <a:lstStyle/>
        <a:p>
          <a:pPr rtl="0"/>
          <a:endParaRPr lang="en-US"/>
        </a:p>
      </dgm:t>
    </dgm:pt>
    <dgm:pt modelId="{85FA6A33-9FA9-4134-A6A3-A5D4748A1779}" type="parTrans" cxnId="{A316347C-9D1A-43C6-BE2B-DC184440E1C9}">
      <dgm:prSet/>
      <dgm:spPr/>
      <dgm:t>
        <a:bodyPr rtlCol="0"/>
        <a:lstStyle/>
        <a:p>
          <a:pPr rtl="0"/>
          <a:endParaRPr lang="en-US"/>
        </a:p>
      </dgm:t>
    </dgm:pt>
    <dgm:pt modelId="{99FD7F24-5BB9-46E8-BB7C-4B477B73B815}" type="pres">
      <dgm:prSet presAssocID="{81269538-BFC5-48BB-BEA1-D7AF1F385FD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BAB8945-0B00-4547-92CF-AE59FDD0EF39}" type="pres">
      <dgm:prSet presAssocID="{0D51337A-31FA-4717-B2BF-9243F96D2B9B}" presName="linNode" presStyleCnt="0"/>
      <dgm:spPr/>
    </dgm:pt>
    <dgm:pt modelId="{3230722F-B757-4673-BD2F-9D4BAB5CEE8D}" type="pres">
      <dgm:prSet presAssocID="{0D51337A-31FA-4717-B2BF-9243F96D2B9B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FB9694A-6C63-4B23-90F6-4F208C00D399}" type="pres">
      <dgm:prSet presAssocID="{0D51337A-31FA-4717-B2BF-9243F96D2B9B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E4AEBB9-D07D-412D-A9F3-5F50CE85FF20}" type="pres">
      <dgm:prSet presAssocID="{6799645E-F42F-43D8-B2EA-A1377D84D0B3}" presName="sp" presStyleCnt="0"/>
      <dgm:spPr/>
    </dgm:pt>
    <dgm:pt modelId="{C60E4332-AB2E-4201-AF29-E3D9D2CE99DD}" type="pres">
      <dgm:prSet presAssocID="{A7F7584C-6CC5-40A2-9566-2842A5DEA97A}" presName="linNode" presStyleCnt="0"/>
      <dgm:spPr/>
    </dgm:pt>
    <dgm:pt modelId="{8A3FE5E4-2689-4041-B2C5-C63BC276A3EF}" type="pres">
      <dgm:prSet presAssocID="{A7F7584C-6CC5-40A2-9566-2842A5DEA97A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29ECF1A-78BE-41CB-B252-8011825B67CD}" type="pres">
      <dgm:prSet presAssocID="{A7F7584C-6CC5-40A2-9566-2842A5DEA97A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F97419B-1653-4404-8A25-A4EB2811914A}" type="pres">
      <dgm:prSet presAssocID="{C41ED6A4-512C-48AB-901D-671B73446005}" presName="sp" presStyleCnt="0"/>
      <dgm:spPr/>
    </dgm:pt>
    <dgm:pt modelId="{74B4E996-D144-43FA-9C7B-5183D295C315}" type="pres">
      <dgm:prSet presAssocID="{51A6936C-668E-4912-B1B4-BA2D45D3F624}" presName="linNode" presStyleCnt="0"/>
      <dgm:spPr/>
    </dgm:pt>
    <dgm:pt modelId="{1C763A21-352A-41D1-A2E2-E305DABA275D}" type="pres">
      <dgm:prSet presAssocID="{51A6936C-668E-4912-B1B4-BA2D45D3F624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66EBD3D-E7C5-421C-B8B5-728648057DDC}" type="pres">
      <dgm:prSet presAssocID="{51A6936C-668E-4912-B1B4-BA2D45D3F624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D3735EA-64D5-44A4-9D60-787BDDA83D1A}" type="pres">
      <dgm:prSet presAssocID="{E68031D9-E3F9-439E-86FC-2A0A3A3988D0}" presName="sp" presStyleCnt="0"/>
      <dgm:spPr/>
    </dgm:pt>
    <dgm:pt modelId="{120DCED0-01FF-429D-8B4B-923E0875F75E}" type="pres">
      <dgm:prSet presAssocID="{928B5CB8-3545-4EE5-8BED-981D3C6157A5}" presName="linNode" presStyleCnt="0"/>
      <dgm:spPr/>
    </dgm:pt>
    <dgm:pt modelId="{B9324B26-5FF5-4FF7-9073-66103CBE8481}" type="pres">
      <dgm:prSet presAssocID="{928B5CB8-3545-4EE5-8BED-981D3C6157A5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5E0557D-F0A1-4F38-8083-55DE7503164F}" type="pres">
      <dgm:prSet presAssocID="{928B5CB8-3545-4EE5-8BED-981D3C6157A5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6DF17F4D-4120-4DE8-8738-503F2519CD40}" type="presOf" srcId="{9D8DAFB6-C744-4BD6-B757-393BF647EBB6}" destId="{329ECF1A-78BE-41CB-B252-8011825B67CD}" srcOrd="0" destOrd="0" presId="urn:microsoft.com/office/officeart/2005/8/layout/vList5"/>
    <dgm:cxn modelId="{9E6BB655-7FE4-4F8D-B1D2-F885E60B8754}" srcId="{81269538-BFC5-48BB-BEA1-D7AF1F385FD5}" destId="{0D51337A-31FA-4717-B2BF-9243F96D2B9B}" srcOrd="0" destOrd="0" parTransId="{A9294D65-F371-46C8-A624-E557E9DF1A30}" sibTransId="{6799645E-F42F-43D8-B2EA-A1377D84D0B3}"/>
    <dgm:cxn modelId="{D51B6075-27E4-4292-9F89-0CC50DF21ED9}" type="presOf" srcId="{51A6936C-668E-4912-B1B4-BA2D45D3F624}" destId="{1C763A21-352A-41D1-A2E2-E305DABA275D}" srcOrd="0" destOrd="0" presId="urn:microsoft.com/office/officeart/2005/8/layout/vList5"/>
    <dgm:cxn modelId="{A316347C-9D1A-43C6-BE2B-DC184440E1C9}" srcId="{0D51337A-31FA-4717-B2BF-9243F96D2B9B}" destId="{E40970FA-9468-4353-8343-FE5E2BEBB8B0}" srcOrd="0" destOrd="0" parTransId="{85FA6A33-9FA9-4134-A6A3-A5D4748A1779}" sibTransId="{04FF68DF-CF36-4D12-9ECE-A3519B0AC88A}"/>
    <dgm:cxn modelId="{000FE2BB-9FE6-4965-ADF5-E3E85B644286}" srcId="{81269538-BFC5-48BB-BEA1-D7AF1F385FD5}" destId="{51A6936C-668E-4912-B1B4-BA2D45D3F624}" srcOrd="2" destOrd="0" parTransId="{8F7D40F1-9723-47F5-BFD2-340696378D49}" sibTransId="{E68031D9-E3F9-439E-86FC-2A0A3A3988D0}"/>
    <dgm:cxn modelId="{A38C1039-CB78-4EBF-844F-7A838983E228}" type="presOf" srcId="{A7F7584C-6CC5-40A2-9566-2842A5DEA97A}" destId="{8A3FE5E4-2689-4041-B2C5-C63BC276A3EF}" srcOrd="0" destOrd="0" presId="urn:microsoft.com/office/officeart/2005/8/layout/vList5"/>
    <dgm:cxn modelId="{085D3777-7996-4375-B5FB-BFD96D1BF9E4}" srcId="{81269538-BFC5-48BB-BEA1-D7AF1F385FD5}" destId="{928B5CB8-3545-4EE5-8BED-981D3C6157A5}" srcOrd="3" destOrd="0" parTransId="{8452F8D0-82FD-4609-B6BD-446E31563D8A}" sibTransId="{8EF545BA-8D8A-4813-A428-2F18D76E61FA}"/>
    <dgm:cxn modelId="{F68422C1-CD34-4DED-AA4B-85EFFF4FE933}" srcId="{81269538-BFC5-48BB-BEA1-D7AF1F385FD5}" destId="{A7F7584C-6CC5-40A2-9566-2842A5DEA97A}" srcOrd="1" destOrd="0" parTransId="{581272CD-5908-4C17-8E9B-8BF6DCE43C3E}" sibTransId="{C41ED6A4-512C-48AB-901D-671B73446005}"/>
    <dgm:cxn modelId="{993E0796-DCBD-4EB2-9BAB-4437E125DA45}" type="presOf" srcId="{E40970FA-9468-4353-8343-FE5E2BEBB8B0}" destId="{6FB9694A-6C63-4B23-90F6-4F208C00D399}" srcOrd="0" destOrd="0" presId="urn:microsoft.com/office/officeart/2005/8/layout/vList5"/>
    <dgm:cxn modelId="{53988784-A0E1-4D82-B36B-740DE83EB0C9}" type="presOf" srcId="{81269538-BFC5-48BB-BEA1-D7AF1F385FD5}" destId="{99FD7F24-5BB9-46E8-BB7C-4B477B73B815}" srcOrd="0" destOrd="0" presId="urn:microsoft.com/office/officeart/2005/8/layout/vList5"/>
    <dgm:cxn modelId="{764A7F40-FC93-4B5E-82E4-B29F920B2D30}" srcId="{928B5CB8-3545-4EE5-8BED-981D3C6157A5}" destId="{95A524E6-8A71-49A1-AF74-29696A02028A}" srcOrd="0" destOrd="0" parTransId="{52C86CAF-440B-4BB7-BD46-805908EC2D17}" sibTransId="{EE0C23C2-8A0C-497A-A914-ED60FDCA930F}"/>
    <dgm:cxn modelId="{1D59D94A-4BF7-417E-B49B-225C005839A9}" srcId="{51A6936C-668E-4912-B1B4-BA2D45D3F624}" destId="{2A9B6C90-9B70-4ED8-9084-8651413BB905}" srcOrd="0" destOrd="0" parTransId="{47C005B7-F5AA-4111-A87D-782B117A0259}" sibTransId="{54109FB3-0563-4B2C-BFF0-181E047427F8}"/>
    <dgm:cxn modelId="{A44DF6E5-2150-478D-AAB9-24BC6742BCEE}" type="presOf" srcId="{928B5CB8-3545-4EE5-8BED-981D3C6157A5}" destId="{B9324B26-5FF5-4FF7-9073-66103CBE8481}" srcOrd="0" destOrd="0" presId="urn:microsoft.com/office/officeart/2005/8/layout/vList5"/>
    <dgm:cxn modelId="{02B1C3C3-F2D2-4C80-8962-E0C9B39A6EF4}" type="presOf" srcId="{0D51337A-31FA-4717-B2BF-9243F96D2B9B}" destId="{3230722F-B757-4673-BD2F-9D4BAB5CEE8D}" srcOrd="0" destOrd="0" presId="urn:microsoft.com/office/officeart/2005/8/layout/vList5"/>
    <dgm:cxn modelId="{56052809-46E4-4445-B520-94004C28BB9D}" srcId="{A7F7584C-6CC5-40A2-9566-2842A5DEA97A}" destId="{9D8DAFB6-C744-4BD6-B757-393BF647EBB6}" srcOrd="0" destOrd="0" parTransId="{17C1C47E-8D1A-404A-B227-B017391CB5F6}" sibTransId="{C9B44773-68B1-427B-B9CA-0AEA186B621E}"/>
    <dgm:cxn modelId="{C65EFE7A-5430-4917-89D2-D70BAF0289E3}" type="presOf" srcId="{2A9B6C90-9B70-4ED8-9084-8651413BB905}" destId="{A66EBD3D-E7C5-421C-B8B5-728648057DDC}" srcOrd="0" destOrd="0" presId="urn:microsoft.com/office/officeart/2005/8/layout/vList5"/>
    <dgm:cxn modelId="{66EBA0EC-F77C-4ABE-8815-8C8F4F6ACAB5}" type="presOf" srcId="{95A524E6-8A71-49A1-AF74-29696A02028A}" destId="{95E0557D-F0A1-4F38-8083-55DE7503164F}" srcOrd="0" destOrd="0" presId="urn:microsoft.com/office/officeart/2005/8/layout/vList5"/>
    <dgm:cxn modelId="{45435F90-22A5-4C03-B101-FD4577E8A794}" type="presParOf" srcId="{99FD7F24-5BB9-46E8-BB7C-4B477B73B815}" destId="{BBAB8945-0B00-4547-92CF-AE59FDD0EF39}" srcOrd="0" destOrd="0" presId="urn:microsoft.com/office/officeart/2005/8/layout/vList5"/>
    <dgm:cxn modelId="{B399DCC2-FF40-4D75-A2A7-A495D4AF2387}" type="presParOf" srcId="{BBAB8945-0B00-4547-92CF-AE59FDD0EF39}" destId="{3230722F-B757-4673-BD2F-9D4BAB5CEE8D}" srcOrd="0" destOrd="0" presId="urn:microsoft.com/office/officeart/2005/8/layout/vList5"/>
    <dgm:cxn modelId="{4A0749A4-83B7-4DF9-BA0E-5506B76F10A1}" type="presParOf" srcId="{BBAB8945-0B00-4547-92CF-AE59FDD0EF39}" destId="{6FB9694A-6C63-4B23-90F6-4F208C00D399}" srcOrd="1" destOrd="0" presId="urn:microsoft.com/office/officeart/2005/8/layout/vList5"/>
    <dgm:cxn modelId="{26C2F444-58E5-4B3C-A169-EBC64ABE0EE9}" type="presParOf" srcId="{99FD7F24-5BB9-46E8-BB7C-4B477B73B815}" destId="{3E4AEBB9-D07D-412D-A9F3-5F50CE85FF20}" srcOrd="1" destOrd="0" presId="urn:microsoft.com/office/officeart/2005/8/layout/vList5"/>
    <dgm:cxn modelId="{FB2D3183-70C6-44DD-875A-CC09A2C89FEB}" type="presParOf" srcId="{99FD7F24-5BB9-46E8-BB7C-4B477B73B815}" destId="{C60E4332-AB2E-4201-AF29-E3D9D2CE99DD}" srcOrd="2" destOrd="0" presId="urn:microsoft.com/office/officeart/2005/8/layout/vList5"/>
    <dgm:cxn modelId="{B9D84324-BE5B-4514-8201-6B25BE814C19}" type="presParOf" srcId="{C60E4332-AB2E-4201-AF29-E3D9D2CE99DD}" destId="{8A3FE5E4-2689-4041-B2C5-C63BC276A3EF}" srcOrd="0" destOrd="0" presId="urn:microsoft.com/office/officeart/2005/8/layout/vList5"/>
    <dgm:cxn modelId="{62F196CC-DD4E-41F1-95F6-0E80E18CA40A}" type="presParOf" srcId="{C60E4332-AB2E-4201-AF29-E3D9D2CE99DD}" destId="{329ECF1A-78BE-41CB-B252-8011825B67CD}" srcOrd="1" destOrd="0" presId="urn:microsoft.com/office/officeart/2005/8/layout/vList5"/>
    <dgm:cxn modelId="{902C8576-A8E1-4C1E-B647-4F0EFC878EDE}" type="presParOf" srcId="{99FD7F24-5BB9-46E8-BB7C-4B477B73B815}" destId="{CF97419B-1653-4404-8A25-A4EB2811914A}" srcOrd="3" destOrd="0" presId="urn:microsoft.com/office/officeart/2005/8/layout/vList5"/>
    <dgm:cxn modelId="{C0AE58B2-3BCF-4A17-9962-82AF5DB00A66}" type="presParOf" srcId="{99FD7F24-5BB9-46E8-BB7C-4B477B73B815}" destId="{74B4E996-D144-43FA-9C7B-5183D295C315}" srcOrd="4" destOrd="0" presId="urn:microsoft.com/office/officeart/2005/8/layout/vList5"/>
    <dgm:cxn modelId="{CC23B1CA-2592-479D-988C-BB870D7E9EC9}" type="presParOf" srcId="{74B4E996-D144-43FA-9C7B-5183D295C315}" destId="{1C763A21-352A-41D1-A2E2-E305DABA275D}" srcOrd="0" destOrd="0" presId="urn:microsoft.com/office/officeart/2005/8/layout/vList5"/>
    <dgm:cxn modelId="{477107E6-023C-4B3F-96EF-D2D5DA516C5C}" type="presParOf" srcId="{74B4E996-D144-43FA-9C7B-5183D295C315}" destId="{A66EBD3D-E7C5-421C-B8B5-728648057DDC}" srcOrd="1" destOrd="0" presId="urn:microsoft.com/office/officeart/2005/8/layout/vList5"/>
    <dgm:cxn modelId="{933347A6-BCAF-495A-96A7-208A97A1751A}" type="presParOf" srcId="{99FD7F24-5BB9-46E8-BB7C-4B477B73B815}" destId="{4D3735EA-64D5-44A4-9D60-787BDDA83D1A}" srcOrd="5" destOrd="0" presId="urn:microsoft.com/office/officeart/2005/8/layout/vList5"/>
    <dgm:cxn modelId="{677D4939-AE22-4645-A75D-BD07DA38E78F}" type="presParOf" srcId="{99FD7F24-5BB9-46E8-BB7C-4B477B73B815}" destId="{120DCED0-01FF-429D-8B4B-923E0875F75E}" srcOrd="6" destOrd="0" presId="urn:microsoft.com/office/officeart/2005/8/layout/vList5"/>
    <dgm:cxn modelId="{AF6385C2-1319-4602-9D19-9A89E6EBF57F}" type="presParOf" srcId="{120DCED0-01FF-429D-8B4B-923E0875F75E}" destId="{B9324B26-5FF5-4FF7-9073-66103CBE8481}" srcOrd="0" destOrd="0" presId="urn:microsoft.com/office/officeart/2005/8/layout/vList5"/>
    <dgm:cxn modelId="{16466152-551A-417E-9EB3-4C0FC3867902}" type="presParOf" srcId="{120DCED0-01FF-429D-8B4B-923E0875F75E}" destId="{95E0557D-F0A1-4F38-8083-55DE7503164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6857B86A-DEC1-407C-A1BB-5BF9ACCBCA6A}">
      <dgm:prSet phldrT="[Text]"/>
      <dgm:spPr/>
      <dgm:t>
        <a:bodyPr rtlCol="0"/>
        <a:lstStyle/>
        <a:p>
          <a:pPr rtl="0"/>
          <a:r>
            <a:rPr lang="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Solution 1</a:t>
          </a:r>
        </a:p>
      </dgm:t>
    </dgm:pt>
    <dgm:pt modelId="{8CA7BF9B-8199-4683-AD57-CB0086659013}" type="parTrans" cxnId="{B12F0503-977A-4B5D-8CB7-420B041FF863}">
      <dgm:prSet/>
      <dgm:spPr/>
      <dgm:t>
        <a:bodyPr rtlCol="0"/>
        <a:lstStyle/>
        <a:p>
          <a:pPr rtl="0"/>
          <a:endParaRPr lang="en-US"/>
        </a:p>
      </dgm:t>
    </dgm:pt>
    <dgm:pt modelId="{F087F24E-A7D7-4DCE-B2A7-9B941289621A}" type="sibTrans" cxnId="{B12F0503-977A-4B5D-8CB7-420B041FF863}">
      <dgm:prSet/>
      <dgm:spPr/>
      <dgm:t>
        <a:bodyPr rtlCol="0"/>
        <a:lstStyle/>
        <a:p>
          <a:pPr rtl="0"/>
          <a:endParaRPr lang="en-US"/>
        </a:p>
      </dgm:t>
    </dgm:pt>
    <dgm:pt modelId="{4C8BFA56-3F75-4CAD-90A3-2F214D699322}">
      <dgm:prSet phldrT="[Text]"/>
      <dgm:spPr/>
      <dgm:t>
        <a:bodyPr rtlCol="0"/>
        <a:lstStyle/>
        <a:p>
          <a:pPr rtl="0">
            <a:buFont typeface="Wingdings" panose="05000000000000000000" pitchFamily="2" charset="2"/>
            <a:buChar char=""/>
          </a:pPr>
          <a:r>
            <a:rPr lang="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Quels matériaux cette solution requiert-elle ?</a:t>
          </a:r>
        </a:p>
      </dgm:t>
    </dgm:pt>
    <dgm:pt modelId="{9A6E3B20-A734-4412-84CF-0134D93D4B28}" type="parTrans" cxnId="{4CD5FCDD-1F8A-43A3-BD77-CBE3B3864C41}">
      <dgm:prSet/>
      <dgm:spPr/>
      <dgm:t>
        <a:bodyPr rtlCol="0"/>
        <a:lstStyle/>
        <a:p>
          <a:pPr rtl="0"/>
          <a:endParaRPr lang="en-US"/>
        </a:p>
      </dgm:t>
    </dgm:pt>
    <dgm:pt modelId="{7B50916F-B8BA-427F-B9F0-A301E54D7FB3}" type="sibTrans" cxnId="{4CD5FCDD-1F8A-43A3-BD77-CBE3B3864C41}">
      <dgm:prSet/>
      <dgm:spPr/>
      <dgm:t>
        <a:bodyPr rtlCol="0"/>
        <a:lstStyle/>
        <a:p>
          <a:pPr rtl="0"/>
          <a:endParaRPr lang="en-US"/>
        </a:p>
      </dgm:t>
    </dgm:pt>
    <dgm:pt modelId="{B6B39D33-D046-47BE-829F-7DE9C1355A93}">
      <dgm:prSet phldrT="[Text]"/>
      <dgm:spPr/>
      <dgm:t>
        <a:bodyPr rtlCol="0"/>
        <a:lstStyle/>
        <a:p>
          <a:pPr rtl="0">
            <a:buFont typeface="Wingdings" panose="05000000000000000000" pitchFamily="2" charset="2"/>
            <a:buChar char=""/>
          </a:pPr>
          <a:r>
            <a:rPr lang="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À quoi cette solution ressemblera-t-elle (dessin, images, texte, etc.) ?</a:t>
          </a:r>
        </a:p>
      </dgm:t>
    </dgm:pt>
    <dgm:pt modelId="{E15A7BCB-F8C9-469E-AAD5-364C09881B8A}" type="parTrans" cxnId="{877B3C1A-839E-4419-A916-B4E946768D4D}">
      <dgm:prSet/>
      <dgm:spPr/>
      <dgm:t>
        <a:bodyPr rtlCol="0"/>
        <a:lstStyle/>
        <a:p>
          <a:pPr rtl="0"/>
          <a:endParaRPr lang="en-US"/>
        </a:p>
      </dgm:t>
    </dgm:pt>
    <dgm:pt modelId="{AC756B1C-E9B8-4AF1-AAAF-F8402FE8B80B}" type="sibTrans" cxnId="{877B3C1A-839E-4419-A916-B4E946768D4D}">
      <dgm:prSet/>
      <dgm:spPr/>
      <dgm:t>
        <a:bodyPr rtlCol="0"/>
        <a:lstStyle/>
        <a:p>
          <a:pPr rtl="0"/>
          <a:endParaRPr lang="en-US"/>
        </a:p>
      </dgm:t>
    </dgm:pt>
    <dgm:pt modelId="{ABA77F75-8642-4931-8D7E-BE6C6DB9940D}">
      <dgm:prSet phldrT="[Text]"/>
      <dgm:spPr/>
      <dgm:t>
        <a:bodyPr rtlCol="0"/>
        <a:lstStyle/>
        <a:p>
          <a:pPr rtl="0"/>
          <a:r>
            <a:rPr lang="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Solution 2</a:t>
          </a:r>
        </a:p>
      </dgm:t>
    </dgm:pt>
    <dgm:pt modelId="{FCF9AE1B-B22B-4F91-BFD8-DDBBF762F128}" type="parTrans" cxnId="{D959B3EA-A66A-4B40-901C-93ECD4985A93}">
      <dgm:prSet/>
      <dgm:spPr/>
      <dgm:t>
        <a:bodyPr rtlCol="0"/>
        <a:lstStyle/>
        <a:p>
          <a:pPr rtl="0"/>
          <a:endParaRPr lang="en-US"/>
        </a:p>
      </dgm:t>
    </dgm:pt>
    <dgm:pt modelId="{1A095211-ADB0-42CA-9F24-F1BC942872F3}" type="sibTrans" cxnId="{D959B3EA-A66A-4B40-901C-93ECD4985A93}">
      <dgm:prSet/>
      <dgm:spPr/>
      <dgm:t>
        <a:bodyPr rtlCol="0"/>
        <a:lstStyle/>
        <a:p>
          <a:pPr rtl="0"/>
          <a:endParaRPr lang="en-US"/>
        </a:p>
      </dgm:t>
    </dgm:pt>
    <dgm:pt modelId="{611C3B18-07F8-4A66-9682-97E24AEF6014}">
      <dgm:prSet phldrT="[Text]"/>
      <dgm:spPr/>
      <dgm:t>
        <a:bodyPr rtlCol="0"/>
        <a:lstStyle/>
        <a:p>
          <a:pPr rtl="0">
            <a:buFont typeface="Wingdings" panose="05000000000000000000" pitchFamily="2" charset="2"/>
            <a:buChar char=""/>
          </a:pPr>
          <a:r>
            <a:rPr lang="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Quels matériaux cette solution requiert-elle ?</a:t>
          </a:r>
        </a:p>
      </dgm:t>
    </dgm:pt>
    <dgm:pt modelId="{5940BF2D-F08A-4150-9A86-173D9242DE8C}" type="parTrans" cxnId="{D5D61B4C-1312-427C-BDCC-013237D8A488}">
      <dgm:prSet/>
      <dgm:spPr/>
      <dgm:t>
        <a:bodyPr rtlCol="0"/>
        <a:lstStyle/>
        <a:p>
          <a:pPr rtl="0"/>
          <a:endParaRPr lang="en-US"/>
        </a:p>
      </dgm:t>
    </dgm:pt>
    <dgm:pt modelId="{477660C6-2B6D-4FB8-B9A3-D555E2082C2A}" type="sibTrans" cxnId="{D5D61B4C-1312-427C-BDCC-013237D8A488}">
      <dgm:prSet/>
      <dgm:spPr/>
      <dgm:t>
        <a:bodyPr rtlCol="0"/>
        <a:lstStyle/>
        <a:p>
          <a:pPr rtl="0"/>
          <a:endParaRPr lang="en-US"/>
        </a:p>
      </dgm:t>
    </dgm:pt>
    <dgm:pt modelId="{A84AA4D5-2E69-4308-B848-AF7C866DBA37}">
      <dgm:prSet phldrT="[Text]"/>
      <dgm:spPr/>
      <dgm:t>
        <a:bodyPr rtlCol="0"/>
        <a:lstStyle/>
        <a:p>
          <a:pPr rtl="0">
            <a:buFont typeface="Wingdings" panose="05000000000000000000" pitchFamily="2" charset="2"/>
            <a:buChar char=""/>
          </a:pPr>
          <a:r>
            <a:rPr lang="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À quoi cette solution ressemblera-t-elle (dessin, images, texte, etc.) ?</a:t>
          </a:r>
        </a:p>
      </dgm:t>
    </dgm:pt>
    <dgm:pt modelId="{5AA60D0F-7C99-4FA0-90CA-9CD92DBEF3B7}" type="parTrans" cxnId="{E785B928-0A23-43BA-9D0D-4355335BED79}">
      <dgm:prSet/>
      <dgm:spPr/>
      <dgm:t>
        <a:bodyPr rtlCol="0"/>
        <a:lstStyle/>
        <a:p>
          <a:pPr rtl="0"/>
          <a:endParaRPr lang="en-US"/>
        </a:p>
      </dgm:t>
    </dgm:pt>
    <dgm:pt modelId="{195A1AC7-FDFE-47D0-B6D9-46AB9BA4736B}" type="sibTrans" cxnId="{E785B928-0A23-43BA-9D0D-4355335BED79}">
      <dgm:prSet/>
      <dgm:spPr/>
      <dgm:t>
        <a:bodyPr rtlCol="0"/>
        <a:lstStyle/>
        <a:p>
          <a:pPr rtl="0"/>
          <a:endParaRPr lang="en-US"/>
        </a:p>
      </dgm:t>
    </dgm:pt>
    <dgm:pt modelId="{DA5DFAD8-E443-4F53-9341-A0903BBBD378}">
      <dgm:prSet phldrT="[Text]"/>
      <dgm:spPr/>
      <dgm:t>
        <a:bodyPr rtlCol="0"/>
        <a:lstStyle/>
        <a:p>
          <a:pPr rtl="0"/>
          <a:r>
            <a:rPr lang="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Solution 3</a:t>
          </a:r>
        </a:p>
      </dgm:t>
    </dgm:pt>
    <dgm:pt modelId="{F6012B3B-01B0-4E7C-A363-0177B95D3DD8}" type="parTrans" cxnId="{0073D4C3-F488-4F79-B637-186FAECF6BAD}">
      <dgm:prSet/>
      <dgm:spPr/>
      <dgm:t>
        <a:bodyPr rtlCol="0"/>
        <a:lstStyle/>
        <a:p>
          <a:pPr rtl="0"/>
          <a:endParaRPr lang="en-US"/>
        </a:p>
      </dgm:t>
    </dgm:pt>
    <dgm:pt modelId="{76D9F54E-47B3-4FE0-B465-AD673964072E}" type="sibTrans" cxnId="{0073D4C3-F488-4F79-B637-186FAECF6BAD}">
      <dgm:prSet/>
      <dgm:spPr/>
      <dgm:t>
        <a:bodyPr rtlCol="0"/>
        <a:lstStyle/>
        <a:p>
          <a:pPr rtl="0"/>
          <a:endParaRPr lang="en-US"/>
        </a:p>
      </dgm:t>
    </dgm:pt>
    <dgm:pt modelId="{6EE89B4E-BAED-4A90-B29D-70AF11256801}">
      <dgm:prSet phldrT="[Text]"/>
      <dgm:spPr/>
      <dgm:t>
        <a:bodyPr rtlCol="0"/>
        <a:lstStyle/>
        <a:p>
          <a:pPr rtl="0">
            <a:buFont typeface="Wingdings" panose="05000000000000000000" pitchFamily="2" charset="2"/>
            <a:buChar char=""/>
          </a:pPr>
          <a:r>
            <a:rPr lang="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Quels matériaux cette solution requiert-elle ?</a:t>
          </a:r>
        </a:p>
      </dgm:t>
    </dgm:pt>
    <dgm:pt modelId="{39BF20C7-31E5-452B-8EA2-17224A13C7FB}" type="parTrans" cxnId="{CA949A5F-9945-4C59-A233-D70AFFF70BDA}">
      <dgm:prSet/>
      <dgm:spPr/>
      <dgm:t>
        <a:bodyPr rtlCol="0"/>
        <a:lstStyle/>
        <a:p>
          <a:pPr rtl="0"/>
          <a:endParaRPr lang="en-US"/>
        </a:p>
      </dgm:t>
    </dgm:pt>
    <dgm:pt modelId="{E71503C3-CFB7-4144-AD9F-7A42A87A3A6B}" type="sibTrans" cxnId="{CA949A5F-9945-4C59-A233-D70AFFF70BDA}">
      <dgm:prSet/>
      <dgm:spPr/>
      <dgm:t>
        <a:bodyPr rtlCol="0"/>
        <a:lstStyle/>
        <a:p>
          <a:pPr rtl="0"/>
          <a:endParaRPr lang="en-US"/>
        </a:p>
      </dgm:t>
    </dgm:pt>
    <dgm:pt modelId="{4EA3F7C2-8BCE-45BE-A919-CBBB33285BD0}">
      <dgm:prSet phldrT="[Text]"/>
      <dgm:spPr/>
      <dgm:t>
        <a:bodyPr rtlCol="0"/>
        <a:lstStyle/>
        <a:p>
          <a:pPr rtl="0">
            <a:buFont typeface="Wingdings" panose="05000000000000000000" pitchFamily="2" charset="2"/>
            <a:buChar char=""/>
          </a:pPr>
          <a:r>
            <a:rPr lang="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À quoi cette solution ressemblera-t-elle (dessin, images, texte, etc.) ?</a:t>
          </a:r>
        </a:p>
      </dgm:t>
    </dgm:pt>
    <dgm:pt modelId="{E5A5DB8F-AE1A-4DCD-9400-C8317BA7D81B}" type="parTrans" cxnId="{496CC152-66F4-4FEB-99ED-C8BD1F8A40F9}">
      <dgm:prSet/>
      <dgm:spPr/>
      <dgm:t>
        <a:bodyPr rtlCol="0"/>
        <a:lstStyle/>
        <a:p>
          <a:pPr rtl="0"/>
          <a:endParaRPr lang="en-US"/>
        </a:p>
      </dgm:t>
    </dgm:pt>
    <dgm:pt modelId="{BC932F0D-8B77-458E-AF60-BC2FDCBE0C75}" type="sibTrans" cxnId="{496CC152-66F4-4FEB-99ED-C8BD1F8A40F9}">
      <dgm:prSet/>
      <dgm:spPr/>
      <dgm:t>
        <a:bodyPr rtlCol="0"/>
        <a:lstStyle/>
        <a:p>
          <a:pPr rtl="0"/>
          <a:endParaRPr lang="en-US"/>
        </a:p>
      </dgm:t>
    </dgm:pt>
    <dgm:pt modelId="{F82601E6-6FF6-41B5-BDEF-C0E73D0B30BE}">
      <dgm:prSet phldrT="[Text]"/>
      <dgm:spPr/>
      <dgm:t>
        <a:bodyPr rtlCol="0"/>
        <a:lstStyle/>
        <a:p>
          <a:pPr rtl="0">
            <a:buFont typeface="Wingdings" panose="05000000000000000000" pitchFamily="2" charset="2"/>
            <a:buChar char=""/>
          </a:pPr>
          <a:r>
            <a:rPr lang="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Quels obstacles pouvez-vous rencontrer avec cette solution ?</a:t>
          </a:r>
        </a:p>
      </dgm:t>
    </dgm:pt>
    <dgm:pt modelId="{936C8FEA-0125-468F-AC7E-0D933F696D03}" type="parTrans" cxnId="{1FCB23E5-E983-4435-8A6F-78F13DE6D873}">
      <dgm:prSet/>
      <dgm:spPr/>
      <dgm:t>
        <a:bodyPr rtlCol="0"/>
        <a:lstStyle/>
        <a:p>
          <a:pPr rtl="0"/>
          <a:endParaRPr lang="en-US"/>
        </a:p>
      </dgm:t>
    </dgm:pt>
    <dgm:pt modelId="{EAEC7697-68BC-4B26-A3B6-9BD23217CF44}" type="sibTrans" cxnId="{1FCB23E5-E983-4435-8A6F-78F13DE6D873}">
      <dgm:prSet/>
      <dgm:spPr/>
      <dgm:t>
        <a:bodyPr rtlCol="0"/>
        <a:lstStyle/>
        <a:p>
          <a:pPr rtl="0"/>
          <a:endParaRPr lang="en-US"/>
        </a:p>
      </dgm:t>
    </dgm:pt>
    <dgm:pt modelId="{26ECA639-0A60-4D96-A34B-F5ACC75DAA0C}">
      <dgm:prSet phldrT="[Text]"/>
      <dgm:spPr/>
      <dgm:t>
        <a:bodyPr rtlCol="0"/>
        <a:lstStyle/>
        <a:p>
          <a:pPr rtl="0">
            <a:buFont typeface="Wingdings" panose="05000000000000000000" pitchFamily="2" charset="2"/>
            <a:buChar char=""/>
          </a:pPr>
          <a:r>
            <a:rPr lang="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Quels obstacles pouvez-vous rencontrer avec cette solution ?</a:t>
          </a:r>
        </a:p>
      </dgm:t>
    </dgm:pt>
    <dgm:pt modelId="{C4856BF6-9736-45B2-AF8E-AA325F8A725C}" type="parTrans" cxnId="{F270B5BD-559B-4711-AB5A-FD85478BE916}">
      <dgm:prSet/>
      <dgm:spPr/>
      <dgm:t>
        <a:bodyPr rtlCol="0"/>
        <a:lstStyle/>
        <a:p>
          <a:pPr rtl="0"/>
          <a:endParaRPr lang="en-US"/>
        </a:p>
      </dgm:t>
    </dgm:pt>
    <dgm:pt modelId="{DA3F4B23-A392-40BF-A1BD-D150AE345EB0}" type="sibTrans" cxnId="{F270B5BD-559B-4711-AB5A-FD85478BE916}">
      <dgm:prSet/>
      <dgm:spPr/>
      <dgm:t>
        <a:bodyPr rtlCol="0"/>
        <a:lstStyle/>
        <a:p>
          <a:pPr rtl="0"/>
          <a:endParaRPr lang="en-US"/>
        </a:p>
      </dgm:t>
    </dgm:pt>
    <dgm:pt modelId="{388D911F-5131-4B95-8FCA-44355C31A787}">
      <dgm:prSet phldrT="[Text]"/>
      <dgm:spPr/>
      <dgm:t>
        <a:bodyPr rtlCol="0"/>
        <a:lstStyle/>
        <a:p>
          <a:pPr rtl="0">
            <a:buFont typeface="Wingdings" panose="05000000000000000000" pitchFamily="2" charset="2"/>
            <a:buChar char=""/>
          </a:pPr>
          <a:r>
            <a:rPr lang="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Quels obstacles pouvez-vous rencontrer avec cette solution ?</a:t>
          </a:r>
        </a:p>
      </dgm:t>
    </dgm:pt>
    <dgm:pt modelId="{90DE3C42-B930-4A61-B78B-7BCFF7A9C3BC}" type="parTrans" cxnId="{64A00AFB-D909-4E4F-881C-95919A0EED97}">
      <dgm:prSet/>
      <dgm:spPr/>
      <dgm:t>
        <a:bodyPr rtlCol="0"/>
        <a:lstStyle/>
        <a:p>
          <a:pPr rtl="0"/>
          <a:endParaRPr lang="en-US"/>
        </a:p>
      </dgm:t>
    </dgm:pt>
    <dgm:pt modelId="{6C88182B-48B6-413C-BAE8-817D076D6F78}" type="sibTrans" cxnId="{64A00AFB-D909-4E4F-881C-95919A0EED97}">
      <dgm:prSet/>
      <dgm:spPr/>
      <dgm:t>
        <a:bodyPr rtlCol="0"/>
        <a:lstStyle/>
        <a:p>
          <a:pPr rtl="0"/>
          <a:endParaRPr lang="en-US"/>
        </a:p>
      </dgm:t>
    </dgm:pt>
    <dgm:pt modelId="{DE3F77CF-6A8C-4783-A2CE-00E88C4199CB}" type="pres">
      <dgm:prSet presAssocID="{CF9FC193-7A05-4631-B681-B56EAB543D3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4E69B62D-7E76-4E06-9330-583771E53BDE}" type="pres">
      <dgm:prSet presAssocID="{6857B86A-DEC1-407C-A1BB-5BF9ACCBCA6A}" presName="composite" presStyleCnt="0"/>
      <dgm:spPr/>
    </dgm:pt>
    <dgm:pt modelId="{F0C1B2C7-0B23-4FE8-AB0F-5877B88532DB}" type="pres">
      <dgm:prSet presAssocID="{6857B86A-DEC1-407C-A1BB-5BF9ACCBCA6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7CA1487-CDD9-4364-92F6-A11DBDAFE16C}" type="pres">
      <dgm:prSet presAssocID="{6857B86A-DEC1-407C-A1BB-5BF9ACCBCA6A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FA24A66-31D3-4A69-B628-8BE88627B97D}" type="pres">
      <dgm:prSet presAssocID="{F087F24E-A7D7-4DCE-B2A7-9B941289621A}" presName="space" presStyleCnt="0"/>
      <dgm:spPr/>
    </dgm:pt>
    <dgm:pt modelId="{3B158D6E-E3AA-49BB-988A-758B59ED8F3B}" type="pres">
      <dgm:prSet presAssocID="{ABA77F75-8642-4931-8D7E-BE6C6DB9940D}" presName="composite" presStyleCnt="0"/>
      <dgm:spPr/>
    </dgm:pt>
    <dgm:pt modelId="{055A5EAB-EAE0-4501-8649-31F112FF9AD5}" type="pres">
      <dgm:prSet presAssocID="{ABA77F75-8642-4931-8D7E-BE6C6DB9940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4FD5043-5612-43C5-B6AE-CCD431549399}" type="pres">
      <dgm:prSet presAssocID="{ABA77F75-8642-4931-8D7E-BE6C6DB9940D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E20F600-AFBC-427F-8295-F096F694BC17}" type="pres">
      <dgm:prSet presAssocID="{1A095211-ADB0-42CA-9F24-F1BC942872F3}" presName="space" presStyleCnt="0"/>
      <dgm:spPr/>
    </dgm:pt>
    <dgm:pt modelId="{173DA3A6-F783-42D4-9ED8-FD330979BCEA}" type="pres">
      <dgm:prSet presAssocID="{DA5DFAD8-E443-4F53-9341-A0903BBBD378}" presName="composite" presStyleCnt="0"/>
      <dgm:spPr/>
    </dgm:pt>
    <dgm:pt modelId="{23D06E36-F688-4B37-8BB8-73015E665B0E}" type="pres">
      <dgm:prSet presAssocID="{DA5DFAD8-E443-4F53-9341-A0903BBBD37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A81ED6A-A7EA-4137-A3DC-D16E79F1B938}" type="pres">
      <dgm:prSet presAssocID="{DA5DFAD8-E443-4F53-9341-A0903BBBD378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959B3EA-A66A-4B40-901C-93ECD4985A93}" srcId="{CF9FC193-7A05-4631-B681-B56EAB543D38}" destId="{ABA77F75-8642-4931-8D7E-BE6C6DB9940D}" srcOrd="1" destOrd="0" parTransId="{FCF9AE1B-B22B-4F91-BFD8-DDBBF762F128}" sibTransId="{1A095211-ADB0-42CA-9F24-F1BC942872F3}"/>
    <dgm:cxn modelId="{4CD5FCDD-1F8A-43A3-BD77-CBE3B3864C41}" srcId="{6857B86A-DEC1-407C-A1BB-5BF9ACCBCA6A}" destId="{4C8BFA56-3F75-4CAD-90A3-2F214D699322}" srcOrd="0" destOrd="0" parTransId="{9A6E3B20-A734-4412-84CF-0134D93D4B28}" sibTransId="{7B50916F-B8BA-427F-B9F0-A301E54D7FB3}"/>
    <dgm:cxn modelId="{765D4AFC-C3A4-4F8B-A000-988DC6C44800}" type="presOf" srcId="{6EE89B4E-BAED-4A90-B29D-70AF11256801}" destId="{EA81ED6A-A7EA-4137-A3DC-D16E79F1B938}" srcOrd="0" destOrd="0" presId="urn:microsoft.com/office/officeart/2005/8/layout/hList1"/>
    <dgm:cxn modelId="{4BF1EEA1-6E89-4F91-BAE8-11038685C515}" type="presOf" srcId="{4C8BFA56-3F75-4CAD-90A3-2F214D699322}" destId="{17CA1487-CDD9-4364-92F6-A11DBDAFE16C}" srcOrd="0" destOrd="0" presId="urn:microsoft.com/office/officeart/2005/8/layout/hList1"/>
    <dgm:cxn modelId="{877B3C1A-839E-4419-A916-B4E946768D4D}" srcId="{6857B86A-DEC1-407C-A1BB-5BF9ACCBCA6A}" destId="{B6B39D33-D046-47BE-829F-7DE9C1355A93}" srcOrd="1" destOrd="0" parTransId="{E15A7BCB-F8C9-469E-AAD5-364C09881B8A}" sibTransId="{AC756B1C-E9B8-4AF1-AAAF-F8402FE8B80B}"/>
    <dgm:cxn modelId="{AE6FB6CA-9639-462E-96F4-59A30B62D0EB}" type="presOf" srcId="{F82601E6-6FF6-41B5-BDEF-C0E73D0B30BE}" destId="{17CA1487-CDD9-4364-92F6-A11DBDAFE16C}" srcOrd="0" destOrd="2" presId="urn:microsoft.com/office/officeart/2005/8/layout/hList1"/>
    <dgm:cxn modelId="{CA949A5F-9945-4C59-A233-D70AFFF70BDA}" srcId="{DA5DFAD8-E443-4F53-9341-A0903BBBD378}" destId="{6EE89B4E-BAED-4A90-B29D-70AF11256801}" srcOrd="0" destOrd="0" parTransId="{39BF20C7-31E5-452B-8EA2-17224A13C7FB}" sibTransId="{E71503C3-CFB7-4144-AD9F-7A42A87A3A6B}"/>
    <dgm:cxn modelId="{B12F0503-977A-4B5D-8CB7-420B041FF863}" srcId="{CF9FC193-7A05-4631-B681-B56EAB543D38}" destId="{6857B86A-DEC1-407C-A1BB-5BF9ACCBCA6A}" srcOrd="0" destOrd="0" parTransId="{8CA7BF9B-8199-4683-AD57-CB0086659013}" sibTransId="{F087F24E-A7D7-4DCE-B2A7-9B941289621A}"/>
    <dgm:cxn modelId="{4E21C5D3-FA97-4E62-8CC9-01B68E76021E}" type="presOf" srcId="{ABA77F75-8642-4931-8D7E-BE6C6DB9940D}" destId="{055A5EAB-EAE0-4501-8649-31F112FF9AD5}" srcOrd="0" destOrd="0" presId="urn:microsoft.com/office/officeart/2005/8/layout/hList1"/>
    <dgm:cxn modelId="{2A048A8A-D3E9-4D78-97F5-CDA37AB1D412}" type="presOf" srcId="{DA5DFAD8-E443-4F53-9341-A0903BBBD378}" destId="{23D06E36-F688-4B37-8BB8-73015E665B0E}" srcOrd="0" destOrd="0" presId="urn:microsoft.com/office/officeart/2005/8/layout/hList1"/>
    <dgm:cxn modelId="{0073D4C3-F488-4F79-B637-186FAECF6BAD}" srcId="{CF9FC193-7A05-4631-B681-B56EAB543D38}" destId="{DA5DFAD8-E443-4F53-9341-A0903BBBD378}" srcOrd="2" destOrd="0" parTransId="{F6012B3B-01B0-4E7C-A363-0177B95D3DD8}" sibTransId="{76D9F54E-47B3-4FE0-B465-AD673964072E}"/>
    <dgm:cxn modelId="{F270B5BD-559B-4711-AB5A-FD85478BE916}" srcId="{ABA77F75-8642-4931-8D7E-BE6C6DB9940D}" destId="{26ECA639-0A60-4D96-A34B-F5ACC75DAA0C}" srcOrd="2" destOrd="0" parTransId="{C4856BF6-9736-45B2-AF8E-AA325F8A725C}" sibTransId="{DA3F4B23-A392-40BF-A1BD-D150AE345EB0}"/>
    <dgm:cxn modelId="{496CC152-66F4-4FEB-99ED-C8BD1F8A40F9}" srcId="{DA5DFAD8-E443-4F53-9341-A0903BBBD378}" destId="{4EA3F7C2-8BCE-45BE-A919-CBBB33285BD0}" srcOrd="1" destOrd="0" parTransId="{E5A5DB8F-AE1A-4DCD-9400-C8317BA7D81B}" sibTransId="{BC932F0D-8B77-458E-AF60-BC2FDCBE0C75}"/>
    <dgm:cxn modelId="{052CD662-FA04-4C38-BDDB-2453E96D014D}" type="presOf" srcId="{B6B39D33-D046-47BE-829F-7DE9C1355A93}" destId="{17CA1487-CDD9-4364-92F6-A11DBDAFE16C}" srcOrd="0" destOrd="1" presId="urn:microsoft.com/office/officeart/2005/8/layout/hList1"/>
    <dgm:cxn modelId="{5F12E8B9-000C-441B-B9E7-99ED7A20363B}" type="presOf" srcId="{6857B86A-DEC1-407C-A1BB-5BF9ACCBCA6A}" destId="{F0C1B2C7-0B23-4FE8-AB0F-5877B88532DB}" srcOrd="0" destOrd="0" presId="urn:microsoft.com/office/officeart/2005/8/layout/hList1"/>
    <dgm:cxn modelId="{A1C8977F-9410-43CB-98CB-34EEA3A0F02D}" type="presOf" srcId="{4EA3F7C2-8BCE-45BE-A919-CBBB33285BD0}" destId="{EA81ED6A-A7EA-4137-A3DC-D16E79F1B938}" srcOrd="0" destOrd="1" presId="urn:microsoft.com/office/officeart/2005/8/layout/hList1"/>
    <dgm:cxn modelId="{64A00AFB-D909-4E4F-881C-95919A0EED97}" srcId="{DA5DFAD8-E443-4F53-9341-A0903BBBD378}" destId="{388D911F-5131-4B95-8FCA-44355C31A787}" srcOrd="2" destOrd="0" parTransId="{90DE3C42-B930-4A61-B78B-7BCFF7A9C3BC}" sibTransId="{6C88182B-48B6-413C-BAE8-817D076D6F78}"/>
    <dgm:cxn modelId="{E785B928-0A23-43BA-9D0D-4355335BED79}" srcId="{ABA77F75-8642-4931-8D7E-BE6C6DB9940D}" destId="{A84AA4D5-2E69-4308-B848-AF7C866DBA37}" srcOrd="1" destOrd="0" parTransId="{5AA60D0F-7C99-4FA0-90CA-9CD92DBEF3B7}" sibTransId="{195A1AC7-FDFE-47D0-B6D9-46AB9BA4736B}"/>
    <dgm:cxn modelId="{F791BDAD-3CBB-4228-AE46-C0CD336D9884}" type="presOf" srcId="{26ECA639-0A60-4D96-A34B-F5ACC75DAA0C}" destId="{E4FD5043-5612-43C5-B6AE-CCD431549399}" srcOrd="0" destOrd="2" presId="urn:microsoft.com/office/officeart/2005/8/layout/hList1"/>
    <dgm:cxn modelId="{F6983BDE-0D2B-4BD0-8BD5-4647B42A264E}" type="presOf" srcId="{388D911F-5131-4B95-8FCA-44355C31A787}" destId="{EA81ED6A-A7EA-4137-A3DC-D16E79F1B938}" srcOrd="0" destOrd="2" presId="urn:microsoft.com/office/officeart/2005/8/layout/hList1"/>
    <dgm:cxn modelId="{D5D61B4C-1312-427C-BDCC-013237D8A488}" srcId="{ABA77F75-8642-4931-8D7E-BE6C6DB9940D}" destId="{611C3B18-07F8-4A66-9682-97E24AEF6014}" srcOrd="0" destOrd="0" parTransId="{5940BF2D-F08A-4150-9A86-173D9242DE8C}" sibTransId="{477660C6-2B6D-4FB8-B9A3-D555E2082C2A}"/>
    <dgm:cxn modelId="{1FCB23E5-E983-4435-8A6F-78F13DE6D873}" srcId="{6857B86A-DEC1-407C-A1BB-5BF9ACCBCA6A}" destId="{F82601E6-6FF6-41B5-BDEF-C0E73D0B30BE}" srcOrd="2" destOrd="0" parTransId="{936C8FEA-0125-468F-AC7E-0D933F696D03}" sibTransId="{EAEC7697-68BC-4B26-A3B6-9BD23217CF44}"/>
    <dgm:cxn modelId="{58D887E9-04DA-4285-827F-DA6F12BD080E}" type="presOf" srcId="{611C3B18-07F8-4A66-9682-97E24AEF6014}" destId="{E4FD5043-5612-43C5-B6AE-CCD431549399}" srcOrd="0" destOrd="0" presId="urn:microsoft.com/office/officeart/2005/8/layout/hList1"/>
    <dgm:cxn modelId="{AAECF784-8F1D-4908-B93D-837F49AB8751}" type="presOf" srcId="{CF9FC193-7A05-4631-B681-B56EAB543D38}" destId="{DE3F77CF-6A8C-4783-A2CE-00E88C4199CB}" srcOrd="0" destOrd="0" presId="urn:microsoft.com/office/officeart/2005/8/layout/hList1"/>
    <dgm:cxn modelId="{15558403-8721-4CBE-97C1-25F56F385AD1}" type="presOf" srcId="{A84AA4D5-2E69-4308-B848-AF7C866DBA37}" destId="{E4FD5043-5612-43C5-B6AE-CCD431549399}" srcOrd="0" destOrd="1" presId="urn:microsoft.com/office/officeart/2005/8/layout/hList1"/>
    <dgm:cxn modelId="{1F4D79B9-0A03-4486-BB92-D4BA991ED70D}" type="presParOf" srcId="{DE3F77CF-6A8C-4783-A2CE-00E88C4199CB}" destId="{4E69B62D-7E76-4E06-9330-583771E53BDE}" srcOrd="0" destOrd="0" presId="urn:microsoft.com/office/officeart/2005/8/layout/hList1"/>
    <dgm:cxn modelId="{EFFE150E-7CB3-4A38-AC57-820444F8E7BA}" type="presParOf" srcId="{4E69B62D-7E76-4E06-9330-583771E53BDE}" destId="{F0C1B2C7-0B23-4FE8-AB0F-5877B88532DB}" srcOrd="0" destOrd="0" presId="urn:microsoft.com/office/officeart/2005/8/layout/hList1"/>
    <dgm:cxn modelId="{332F5817-5A55-4FC1-BA35-DBB23A0AD13C}" type="presParOf" srcId="{4E69B62D-7E76-4E06-9330-583771E53BDE}" destId="{17CA1487-CDD9-4364-92F6-A11DBDAFE16C}" srcOrd="1" destOrd="0" presId="urn:microsoft.com/office/officeart/2005/8/layout/hList1"/>
    <dgm:cxn modelId="{697E9D8E-F51C-4123-B62B-291815C4E7C1}" type="presParOf" srcId="{DE3F77CF-6A8C-4783-A2CE-00E88C4199CB}" destId="{3FA24A66-31D3-4A69-B628-8BE88627B97D}" srcOrd="1" destOrd="0" presId="urn:microsoft.com/office/officeart/2005/8/layout/hList1"/>
    <dgm:cxn modelId="{A09CCE6C-77C7-4B5A-B9DA-7E705F8B286E}" type="presParOf" srcId="{DE3F77CF-6A8C-4783-A2CE-00E88C4199CB}" destId="{3B158D6E-E3AA-49BB-988A-758B59ED8F3B}" srcOrd="2" destOrd="0" presId="urn:microsoft.com/office/officeart/2005/8/layout/hList1"/>
    <dgm:cxn modelId="{817F5423-5421-4F7E-968E-B3D3A624058B}" type="presParOf" srcId="{3B158D6E-E3AA-49BB-988A-758B59ED8F3B}" destId="{055A5EAB-EAE0-4501-8649-31F112FF9AD5}" srcOrd="0" destOrd="0" presId="urn:microsoft.com/office/officeart/2005/8/layout/hList1"/>
    <dgm:cxn modelId="{63113D3E-83F3-4A52-BAD6-246138FEC15C}" type="presParOf" srcId="{3B158D6E-E3AA-49BB-988A-758B59ED8F3B}" destId="{E4FD5043-5612-43C5-B6AE-CCD431549399}" srcOrd="1" destOrd="0" presId="urn:microsoft.com/office/officeart/2005/8/layout/hList1"/>
    <dgm:cxn modelId="{6DF49720-E4F0-4625-B768-1FADCBFE92E0}" type="presParOf" srcId="{DE3F77CF-6A8C-4783-A2CE-00E88C4199CB}" destId="{3E20F600-AFBC-427F-8295-F096F694BC17}" srcOrd="3" destOrd="0" presId="urn:microsoft.com/office/officeart/2005/8/layout/hList1"/>
    <dgm:cxn modelId="{C0F7FF12-72ED-4C65-8A42-67FCEE3903CF}" type="presParOf" srcId="{DE3F77CF-6A8C-4783-A2CE-00E88C4199CB}" destId="{173DA3A6-F783-42D4-9ED8-FD330979BCEA}" srcOrd="4" destOrd="0" presId="urn:microsoft.com/office/officeart/2005/8/layout/hList1"/>
    <dgm:cxn modelId="{67AEDA95-4E81-49EB-9136-C42824BC288A}" type="presParOf" srcId="{173DA3A6-F783-42D4-9ED8-FD330979BCEA}" destId="{23D06E36-F688-4B37-8BB8-73015E665B0E}" srcOrd="0" destOrd="0" presId="urn:microsoft.com/office/officeart/2005/8/layout/hList1"/>
    <dgm:cxn modelId="{190091E1-69E5-482F-89E9-B5A6338D6BCD}" type="presParOf" srcId="{173DA3A6-F783-42D4-9ED8-FD330979BCEA}" destId="{EA81ED6A-A7EA-4137-A3DC-D16E79F1B93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9694A-6C63-4B23-90F6-4F208C00D399}">
      <dsp:nvSpPr>
        <dsp:cNvPr id="0" name=""/>
        <dsp:cNvSpPr/>
      </dsp:nvSpPr>
      <dsp:spPr>
        <a:xfrm rot="5400000">
          <a:off x="6395051" y="-2741862"/>
          <a:ext cx="682056" cy="633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" sz="24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Boostrapp est un framework Css.</a:t>
          </a:r>
          <a:endParaRPr lang="fr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3566160" y="120324"/>
        <a:ext cx="6306545" cy="615466"/>
      </dsp:txXfrm>
    </dsp:sp>
    <dsp:sp modelId="{3230722F-B757-4673-BD2F-9D4BAB5CEE8D}">
      <dsp:nvSpPr>
        <dsp:cNvPr id="0" name=""/>
        <dsp:cNvSpPr/>
      </dsp:nvSpPr>
      <dsp:spPr>
        <a:xfrm>
          <a:off x="0" y="1772"/>
          <a:ext cx="3566160" cy="8525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rtlCol="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" sz="24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C’est quoi Boostrapp</a:t>
          </a:r>
          <a:endParaRPr lang="fr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1619" y="43391"/>
        <a:ext cx="3482922" cy="769332"/>
      </dsp:txXfrm>
    </dsp:sp>
    <dsp:sp modelId="{329ECF1A-78BE-41CB-B252-8011825B67CD}">
      <dsp:nvSpPr>
        <dsp:cNvPr id="0" name=""/>
        <dsp:cNvSpPr/>
      </dsp:nvSpPr>
      <dsp:spPr>
        <a:xfrm rot="5400000">
          <a:off x="6395051" y="-1846663"/>
          <a:ext cx="682056" cy="633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[Texte]</a:t>
          </a:r>
        </a:p>
      </dsp:txBody>
      <dsp:txXfrm rot="-5400000">
        <a:off x="3566160" y="1015523"/>
        <a:ext cx="6306545" cy="615466"/>
      </dsp:txXfrm>
    </dsp:sp>
    <dsp:sp modelId="{8A3FE5E4-2689-4041-B2C5-C63BC276A3EF}">
      <dsp:nvSpPr>
        <dsp:cNvPr id="0" name=""/>
        <dsp:cNvSpPr/>
      </dsp:nvSpPr>
      <dsp:spPr>
        <a:xfrm>
          <a:off x="0" y="896971"/>
          <a:ext cx="3566160" cy="8525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rtlCol="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Qui rencontre ce problème ?</a:t>
          </a:r>
        </a:p>
      </dsp:txBody>
      <dsp:txXfrm>
        <a:off x="41619" y="938590"/>
        <a:ext cx="3482922" cy="769332"/>
      </dsp:txXfrm>
    </dsp:sp>
    <dsp:sp modelId="{A66EBD3D-E7C5-421C-B8B5-728648057DDC}">
      <dsp:nvSpPr>
        <dsp:cNvPr id="0" name=""/>
        <dsp:cNvSpPr/>
      </dsp:nvSpPr>
      <dsp:spPr>
        <a:xfrm rot="5400000">
          <a:off x="6395051" y="-951464"/>
          <a:ext cx="682056" cy="633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[Texte]</a:t>
          </a:r>
        </a:p>
      </dsp:txBody>
      <dsp:txXfrm rot="-5400000">
        <a:off x="3566160" y="1910722"/>
        <a:ext cx="6306545" cy="615466"/>
      </dsp:txXfrm>
    </dsp:sp>
    <dsp:sp modelId="{1C763A21-352A-41D1-A2E2-E305DABA275D}">
      <dsp:nvSpPr>
        <dsp:cNvPr id="0" name=""/>
        <dsp:cNvSpPr/>
      </dsp:nvSpPr>
      <dsp:spPr>
        <a:xfrm>
          <a:off x="0" y="1792170"/>
          <a:ext cx="3566160" cy="8525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rtlCol="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Pourquoi faut-il résoudre ce problème ?</a:t>
          </a:r>
        </a:p>
      </dsp:txBody>
      <dsp:txXfrm>
        <a:off x="41619" y="1833789"/>
        <a:ext cx="3482922" cy="769332"/>
      </dsp:txXfrm>
    </dsp:sp>
    <dsp:sp modelId="{95E0557D-F0A1-4F38-8083-55DE7503164F}">
      <dsp:nvSpPr>
        <dsp:cNvPr id="0" name=""/>
        <dsp:cNvSpPr/>
      </dsp:nvSpPr>
      <dsp:spPr>
        <a:xfrm rot="5400000">
          <a:off x="6395051" y="-56265"/>
          <a:ext cx="682056" cy="633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[Texte]</a:t>
          </a:r>
        </a:p>
      </dsp:txBody>
      <dsp:txXfrm rot="-5400000">
        <a:off x="3566160" y="2805921"/>
        <a:ext cx="6306545" cy="615466"/>
      </dsp:txXfrm>
    </dsp:sp>
    <dsp:sp modelId="{B9324B26-5FF5-4FF7-9073-66103CBE8481}">
      <dsp:nvSpPr>
        <dsp:cNvPr id="0" name=""/>
        <dsp:cNvSpPr/>
      </dsp:nvSpPr>
      <dsp:spPr>
        <a:xfrm>
          <a:off x="0" y="2687369"/>
          <a:ext cx="3566160" cy="8525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rtlCol="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Comment savoir que ce problème a été résolu ?</a:t>
          </a:r>
        </a:p>
      </dsp:txBody>
      <dsp:txXfrm>
        <a:off x="41619" y="2728988"/>
        <a:ext cx="3482922" cy="7693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1B2C7-0B23-4FE8-AB0F-5877B88532DB}">
      <dsp:nvSpPr>
        <dsp:cNvPr id="0" name=""/>
        <dsp:cNvSpPr/>
      </dsp:nvSpPr>
      <dsp:spPr>
        <a:xfrm>
          <a:off x="3535" y="115580"/>
          <a:ext cx="344737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rtlCol="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" sz="23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Solution 1</a:t>
          </a:r>
        </a:p>
      </dsp:txBody>
      <dsp:txXfrm>
        <a:off x="3535" y="115580"/>
        <a:ext cx="3447370" cy="662400"/>
      </dsp:txXfrm>
    </dsp:sp>
    <dsp:sp modelId="{17CA1487-CDD9-4364-92F6-A11DBDAFE16C}">
      <dsp:nvSpPr>
        <dsp:cNvPr id="0" name=""/>
        <dsp:cNvSpPr/>
      </dsp:nvSpPr>
      <dsp:spPr>
        <a:xfrm>
          <a:off x="3535" y="777980"/>
          <a:ext cx="3447370" cy="35986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rtlCol="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fr" sz="23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Quels matériaux cette solution requiert-elle ?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fr" sz="23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À quoi cette solution ressemblera-t-elle (dessin, images, texte, etc.) ?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fr" sz="23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Quels obstacles pouvez-vous rencontrer avec cette solution ?</a:t>
          </a:r>
        </a:p>
      </dsp:txBody>
      <dsp:txXfrm>
        <a:off x="3535" y="777980"/>
        <a:ext cx="3447370" cy="3598695"/>
      </dsp:txXfrm>
    </dsp:sp>
    <dsp:sp modelId="{055A5EAB-EAE0-4501-8649-31F112FF9AD5}">
      <dsp:nvSpPr>
        <dsp:cNvPr id="0" name=""/>
        <dsp:cNvSpPr/>
      </dsp:nvSpPr>
      <dsp:spPr>
        <a:xfrm>
          <a:off x="3933537" y="115580"/>
          <a:ext cx="344737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rtlCol="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" sz="23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Solution 2</a:t>
          </a:r>
        </a:p>
      </dsp:txBody>
      <dsp:txXfrm>
        <a:off x="3933537" y="115580"/>
        <a:ext cx="3447370" cy="662400"/>
      </dsp:txXfrm>
    </dsp:sp>
    <dsp:sp modelId="{E4FD5043-5612-43C5-B6AE-CCD431549399}">
      <dsp:nvSpPr>
        <dsp:cNvPr id="0" name=""/>
        <dsp:cNvSpPr/>
      </dsp:nvSpPr>
      <dsp:spPr>
        <a:xfrm>
          <a:off x="3933537" y="777980"/>
          <a:ext cx="3447370" cy="35986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rtlCol="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fr" sz="23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Quels matériaux cette solution requiert-elle ?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fr" sz="23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À quoi cette solution ressemblera-t-elle (dessin, images, texte, etc.) ?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fr" sz="23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Quels obstacles pouvez-vous rencontrer avec cette solution ?</a:t>
          </a:r>
        </a:p>
      </dsp:txBody>
      <dsp:txXfrm>
        <a:off x="3933537" y="777980"/>
        <a:ext cx="3447370" cy="3598695"/>
      </dsp:txXfrm>
    </dsp:sp>
    <dsp:sp modelId="{23D06E36-F688-4B37-8BB8-73015E665B0E}">
      <dsp:nvSpPr>
        <dsp:cNvPr id="0" name=""/>
        <dsp:cNvSpPr/>
      </dsp:nvSpPr>
      <dsp:spPr>
        <a:xfrm>
          <a:off x="7863539" y="115580"/>
          <a:ext cx="344737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rtlCol="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" sz="23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Solution 3</a:t>
          </a:r>
        </a:p>
      </dsp:txBody>
      <dsp:txXfrm>
        <a:off x="7863539" y="115580"/>
        <a:ext cx="3447370" cy="662400"/>
      </dsp:txXfrm>
    </dsp:sp>
    <dsp:sp modelId="{EA81ED6A-A7EA-4137-A3DC-D16E79F1B938}">
      <dsp:nvSpPr>
        <dsp:cNvPr id="0" name=""/>
        <dsp:cNvSpPr/>
      </dsp:nvSpPr>
      <dsp:spPr>
        <a:xfrm>
          <a:off x="7863539" y="777980"/>
          <a:ext cx="3447370" cy="35986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rtlCol="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fr" sz="23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Quels matériaux cette solution requiert-elle ?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fr" sz="23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À quoi cette solution ressemblera-t-elle (dessin, images, texte, etc.) ?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fr" sz="23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Quels obstacles pouvez-vous rencontrer avec cette solution ?</a:t>
          </a:r>
        </a:p>
      </dsp:txBody>
      <dsp:txXfrm>
        <a:off x="7863539" y="777980"/>
        <a:ext cx="3447370" cy="35986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F368B05-2D38-44D6-B8DA-599D4A9E42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81012A-122D-475C-A900-C31EAF4E19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02FC4-2826-4189-9A5A-4802B82D90F9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554434-9A0E-4261-9D33-B9B86CA7C1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980ABD-941E-484C-95AE-BBA0656FBE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9CB67-650C-4C62-AD51-A107FCCEC4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4460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A84B2-E620-4EFC-AE95-6DDE4155F805}" type="datetimeFigureOut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15328-2FD5-4AB1-B846-CCAE8EA09498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245701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6077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453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674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2477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2989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7724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438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3590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 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orme libre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orme libre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orme libre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orme libre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orme libre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orme libre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orme libre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orme libre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orme libre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orme libre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orme libre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orme libre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orme libre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orme libre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orme libre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orme libre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orme libre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orme libre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orme libre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orme libre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orme libre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orme libre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orme libre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orme libre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orme libre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orme libre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orme libre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orme libre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orme libre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orme libre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orme libre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orme libre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orme libre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orme libre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orme libre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orme libre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orme libre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 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orme libre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orme libre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orme libre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orme libre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orme libre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orme libre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orme libre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orme libre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orme libre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orme libre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orme libre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orme libre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orme libre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smtClean="0"/>
              <a:t>Modifier le style des sous-titres du masque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A02EAC81-5C99-4864-A0E8-CFA5C9ABA6C2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1D7A6B-BCC2-4C21-BAE3-6AF1B840E56D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35DD21-33A0-42C5-A2E5-7493465514B7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BC33FA-CEBE-4502-9F9B-2F0989154353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2249486"/>
            <a:ext cx="487839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249485"/>
            <a:ext cx="4875210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ECB3ED-4851-4DE7-9A6A-4D7485AC63E3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DFEB93-A53E-490C-AF00-EDE3AFF9A36D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9093F2-5574-4FF9-B1D2-E15C695A74EF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5F6C24-568D-4917-863C-3B89D44003D5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202532-655D-448B-BCCD-E52581A788ED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CE44FF-5CD6-4B82-B1F5-6AE86C9907EB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3B6F96-1DBA-403E-937D-37819E106CA7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413907-E3EB-48AE-AB86-05A8E02730C7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60" name="Zone de texte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Zone de texte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A7BD87-4162-417A-9B5A-2932BA9F7490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7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texte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texte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004DDE-15BB-4C4D-B4EA-C083161A9948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r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9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0" name="Espace réservé d’image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1" name="Espace réservé du texte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3" name="Espace réservé d’image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4" name="Espace réservé du texte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6" name="Espace réservé d’image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7" name="Espace réservé du texte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1F3B7E-0513-428C-82D7-BDF3AA9A4EA5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372795-7EAB-4160-A1B0-2F422ABD8E89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2BF765-708F-4989-AE14-BAB9493E4588}" type="datetime1">
              <a:rPr lang="fr-FR" noProof="0" smtClean="0"/>
              <a:t>19/03/2026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e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e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 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orme libre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orme libre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orme libre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orme libre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orme libre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orme libre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orme libre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orme libre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orme libre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orme libre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gne 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orme libre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orme libre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orme libre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orme libre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orme libre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orme libre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orme libre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orme libre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orme libre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orme libre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orme libre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orme libre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orme libre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orme libre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e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orme libre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orme libre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orme libre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orme libre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orme libre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orme libre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orme libre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orme libre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orme libre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fr-FR" noProof="0"/>
          </a:p>
        </p:txBody>
      </p:sp>
      <p:sp>
        <p:nvSpPr>
          <p:cNvPr id="3" name="Espace réservé au texte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D282D03-1B0F-4808-A039-91C9E6CB118E}" type="datetime1">
              <a:rPr lang="fr-FR" noProof="0" smtClean="0"/>
              <a:t>19/03/2026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308" y="1122363"/>
            <a:ext cx="10637806" cy="2387600"/>
          </a:xfrm>
        </p:spPr>
        <p:txBody>
          <a:bodyPr rtlCol="0">
            <a:normAutofit/>
          </a:bodyPr>
          <a:lstStyle/>
          <a:p>
            <a:pPr algn="ctr" rtl="0"/>
            <a:r>
              <a:rPr lang="fr-FR" sz="5400" dirty="0" smtClean="0">
                <a:latin typeface="Rockwell" panose="02060603020205020403" pitchFamily="18" charset="0"/>
              </a:rPr>
              <a:t>GACI FORUM SUR L’APPRENTISSAGE DU frame </a:t>
            </a:r>
            <a:r>
              <a:rPr lang="fr-FR" sz="5400" dirty="0" err="1" smtClean="0">
                <a:latin typeface="Rockwell" panose="02060603020205020403" pitchFamily="18" charset="0"/>
              </a:rPr>
              <a:t>work</a:t>
            </a:r>
            <a:r>
              <a:rPr lang="fr-FR" sz="5400" dirty="0" smtClean="0">
                <a:latin typeface="Rockwell" panose="02060603020205020403" pitchFamily="18" charset="0"/>
              </a:rPr>
              <a:t> </a:t>
            </a:r>
            <a:r>
              <a:rPr lang="fr-FR" sz="5400" dirty="0" err="1" smtClean="0">
                <a:latin typeface="Rockwell" panose="02060603020205020403" pitchFamily="18" charset="0"/>
              </a:rPr>
              <a:t>boostrap</a:t>
            </a:r>
            <a:endParaRPr lang="fr-FR" sz="5400" dirty="0">
              <a:latin typeface="Rockwell" panose="02060603020205020403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algn="ctr" rtl="0"/>
            <a:r>
              <a:rPr lang="fr-FR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Presentateur</a:t>
            </a:r>
            <a:r>
              <a:rPr lang="fr-FR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REDDY NZOLOKO </a:t>
            </a:r>
            <a:endParaRPr lang="fr-F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rtl="0"/>
            <a:r>
              <a:rPr lang="fr-FR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Co-PRESENTATEUR: TRIOMPHE MBASA</a:t>
            </a:r>
            <a:endParaRPr lang="fr-F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FR" sz="4400" dirty="0">
                <a:latin typeface="Rockwell" panose="02060603020205020403" pitchFamily="18" charset="0"/>
              </a:rPr>
              <a:t>Problème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8D4F1745-A55E-4835-88EB-BC637121B6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942507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FR" sz="4400">
                <a:latin typeface="Rockwell" panose="02060603020205020403" pitchFamily="18" charset="0"/>
              </a:rPr>
              <a:t>Informations générales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Quel est l’objet de vos recherches ?</a:t>
            </a:r>
          </a:p>
          <a:p>
            <a:pPr lvl="1" rtl="0"/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Comment avez-vous découvert ce problème ?</a:t>
            </a:r>
          </a:p>
          <a:p>
            <a:pPr lvl="1" rtl="0"/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Comment avez-vous récupéré des informations afin d’effectuer des recherches sur ce problème et tenter de le résoudre ?</a:t>
            </a:r>
          </a:p>
          <a:p>
            <a:pPr lvl="2" rtl="0"/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Entretiens ?</a:t>
            </a:r>
          </a:p>
          <a:p>
            <a:pPr lvl="2" rtl="0"/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Expérience personnelle ?</a:t>
            </a:r>
          </a:p>
          <a:p>
            <a:pPr lvl="2" rtl="0"/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Internet/Livres ?</a:t>
            </a:r>
          </a:p>
          <a:p>
            <a:pPr lvl="2" rtl="0"/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Autres méthodes ?</a:t>
            </a:r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FR" sz="4400" dirty="0">
                <a:latin typeface="Rockwell" panose="02060603020205020403" pitchFamily="18" charset="0"/>
              </a:rPr>
              <a:t>Solutions pratiques 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242FA989-6B7C-488C-85ED-CB8D01BA32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2407184"/>
              </p:ext>
            </p:extLst>
          </p:nvPr>
        </p:nvGraphicFramePr>
        <p:xfrm>
          <a:off x="477061" y="1871331"/>
          <a:ext cx="11314446" cy="4492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FR" sz="4400">
                <a:latin typeface="Rockwell" panose="02060603020205020403" pitchFamily="18" charset="0"/>
              </a:rPr>
              <a:t>Prototype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>
            <a:normAutofit fontScale="92500"/>
          </a:bodyPr>
          <a:lstStyle/>
          <a:p>
            <a:pPr lvl="1" rtl="0"/>
            <a:r>
              <a:rPr lang="fr-FR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Choisissez la meilleure solution pratique et créez un plan de conception d’un prototype</a:t>
            </a:r>
          </a:p>
          <a:p>
            <a:pPr lvl="1" rtl="0"/>
            <a:r>
              <a:rPr lang="fr-FR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Quels matériaux allez-vous utiliser pour le prototype ?</a:t>
            </a:r>
          </a:p>
          <a:p>
            <a:pPr lvl="1" rtl="0"/>
            <a:r>
              <a:rPr lang="fr-FR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Votre prototype aura-t-il une taille réelle ou sera-t-il un modèle ? Pourquoi ?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B7B7B7B-7D76-4749-8BC0-1A579CBD0B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 anchor="ctr">
            <a:normAutofit fontScale="92500"/>
          </a:bodyPr>
          <a:lstStyle/>
          <a:p>
            <a:pPr marL="0" indent="0" algn="ctr" rtl="0">
              <a:buNone/>
            </a:pPr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&lt;Insérez une image ou un dessin de votre prototype ici&gt;</a:t>
            </a:r>
          </a:p>
        </p:txBody>
      </p:sp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10231438" cy="1478570"/>
          </a:xfrm>
        </p:spPr>
        <p:txBody>
          <a:bodyPr rtlCol="0">
            <a:normAutofit/>
          </a:bodyPr>
          <a:lstStyle/>
          <a:p>
            <a:pPr rtl="0"/>
            <a:r>
              <a:rPr lang="fr-FR" sz="4400">
                <a:latin typeface="Rockwell" panose="02060603020205020403" pitchFamily="18" charset="0"/>
              </a:rPr>
              <a:t>Test du prototype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10231438" cy="3541714"/>
          </a:xfrm>
        </p:spPr>
        <p:txBody>
          <a:bodyPr rtlCol="0">
            <a:normAutofit fontScale="92500"/>
          </a:bodyPr>
          <a:lstStyle/>
          <a:p>
            <a:pPr lvl="1" rtl="0"/>
            <a:r>
              <a:rPr lang="fr-FR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Qu’est-ce qui a fonctionné ? Qu’est-ce qui n’a pas fonctionné ? Pourquoi ?</a:t>
            </a:r>
          </a:p>
          <a:p>
            <a:pPr lvl="1" rtl="0"/>
            <a:r>
              <a:rPr lang="fr-FR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Quels matériaux doivent être modifiés et/ou conservés ? Pourquoi ?</a:t>
            </a:r>
          </a:p>
          <a:p>
            <a:pPr lvl="1" rtl="0"/>
            <a:r>
              <a:rPr lang="fr-FR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taille de votre prototype vous a-t-elle donné des informations suffisantes pour évoluer vers un produit finalisé ? Pourquoi ou pourquoi pas ?</a:t>
            </a:r>
          </a:p>
          <a:p>
            <a:pPr lvl="1" rtl="0"/>
            <a:r>
              <a:rPr lang="fr-FR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Avez-vous demandé à d’autres personnes de tester votre création et de vous faire part de leurs commentaires ? Pourquoi ou pourquoi pas ?</a:t>
            </a:r>
          </a:p>
        </p:txBody>
      </p:sp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FR" sz="4400">
                <a:latin typeface="Rockwell" panose="02060603020205020403" pitchFamily="18" charset="0"/>
              </a:rPr>
              <a:t>Modification de la conception du prototype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lvl="1" rtl="0"/>
            <a:r>
              <a:rPr lang="fr-FR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Utilisez les données issues des tests pour modifier la conception avec...</a:t>
            </a:r>
          </a:p>
          <a:p>
            <a:pPr lvl="2" rtl="0"/>
            <a:r>
              <a:rPr lang="fr-FR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D’autres matériaux</a:t>
            </a:r>
          </a:p>
          <a:p>
            <a:pPr lvl="2" rtl="0"/>
            <a:r>
              <a:rPr lang="fr-FR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D’autres versions</a:t>
            </a:r>
          </a:p>
          <a:p>
            <a:pPr lvl="2" rtl="0"/>
            <a:r>
              <a:rPr lang="fr-FR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D’autres tailles</a:t>
            </a:r>
          </a:p>
          <a:p>
            <a:pPr lvl="1" rtl="0"/>
            <a:r>
              <a:rPr lang="fr-FR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Décrivez ou illustrez à l’aide de photos le processus de modification de votre prototype et le résultat</a:t>
            </a:r>
          </a:p>
        </p:txBody>
      </p:sp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FR" sz="4400">
                <a:latin typeface="Rockwell" panose="02060603020205020403" pitchFamily="18" charset="0"/>
              </a:rPr>
              <a:t>Résultat final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lvl="0" rtl="0"/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 fois que vous êtes parvenu à un produit final, revenez à votre deuxième diapositive et passez en revue les questions initiales auxquelles vous avez répondu</a:t>
            </a:r>
          </a:p>
          <a:p>
            <a:pPr lvl="1" rtl="0"/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Votre prototype final a-t-il résolu votre problème pour la ou les personnes ciblées ?</a:t>
            </a:r>
          </a:p>
          <a:p>
            <a:pPr lvl="2" rtl="0"/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 c’est le cas, </a:t>
            </a:r>
            <a:r>
              <a:rPr lang="fr-FR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félicitations </a:t>
            </a:r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! Continuez toutefois à réfléchir à la manière dont vous pouvez encore l’améliorer !</a:t>
            </a:r>
          </a:p>
          <a:p>
            <a:pPr lvl="2" rtl="0"/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 ce n’est pas le cas, copiez cette présentation et redémarrez le cycle problème/solution </a:t>
            </a:r>
          </a:p>
          <a:p>
            <a:pPr rtl="0"/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Insérez des photos de votre conception finalisée</a:t>
            </a:r>
          </a:p>
          <a:p>
            <a:pPr rtl="0"/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Indiquez pourquoi cette conception résout le problème</a:t>
            </a:r>
          </a:p>
          <a:p>
            <a:pPr rtl="0"/>
            <a:r>
              <a:rPr lang="fr-FR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Livrez vos impressions concernant l’ensemble du processus dans le cadre de ce projet</a:t>
            </a:r>
          </a:p>
        </p:txBody>
      </p:sp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94_TF77815013" id="{1E63A3F3-EF3D-4FBB-9BC6-FF1129928CC1}" vid="{D390F830-A480-4B13-B3B6-57818ECCAE2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Cycle problèmesolution </Template>
  <TotalTime>0</TotalTime>
  <Words>274</Words>
  <Application>Microsoft Office PowerPoint</Application>
  <PresentationFormat>Grand écran</PresentationFormat>
  <Paragraphs>65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6" baseType="lpstr">
      <vt:lpstr>Arial</vt:lpstr>
      <vt:lpstr>Calibri</vt:lpstr>
      <vt:lpstr>Rockwell</vt:lpstr>
      <vt:lpstr>Tahoma</vt:lpstr>
      <vt:lpstr>Trebuchet MS</vt:lpstr>
      <vt:lpstr>Tw Cen MT</vt:lpstr>
      <vt:lpstr>Wingdings</vt:lpstr>
      <vt:lpstr>Circuit</vt:lpstr>
      <vt:lpstr>GACI FORUM SUR L’APPRENTISSAGE DU frame work boostrap</vt:lpstr>
      <vt:lpstr>Problème</vt:lpstr>
      <vt:lpstr>Informations générales</vt:lpstr>
      <vt:lpstr>Solutions pratiques </vt:lpstr>
      <vt:lpstr>Prototype</vt:lpstr>
      <vt:lpstr>Test du prototype</vt:lpstr>
      <vt:lpstr>Modification de la conception du prototype</vt:lpstr>
      <vt:lpstr>Résultat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2026-03-19T07:12:23Z</dcterms:created>
  <dcterms:modified xsi:type="dcterms:W3CDTF">2026-03-19T07:16:10Z</dcterms:modified>
</cp:coreProperties>
</file>