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9"/>
  </p:notesMasterIdLst>
  <p:handoutMasterIdLst>
    <p:handoutMasterId r:id="rId10"/>
  </p:handout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269538-BFC5-48BB-BEA1-D7AF1F385F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0D51337A-31FA-4717-B2BF-9243F96D2B9B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9294D65-F371-46C8-A624-E557E9DF1A30}" type="par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6799645E-F42F-43D8-B2EA-A1377D84D0B3}" type="sib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A7F7584C-6CC5-40A2-9566-2842A5DEA97A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81272CD-5908-4C17-8E9B-8BF6DCE43C3E}" type="par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C41ED6A4-512C-48AB-901D-671B73446005}" type="sib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9D8DAFB6-C744-4BD6-B757-393BF647EBB6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7C1C47E-8D1A-404A-B227-B017391CB5F6}" type="par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C9B44773-68B1-427B-B9CA-0AEA186B621E}" type="sib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51A6936C-668E-4912-B1B4-BA2D45D3F624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F7D40F1-9723-47F5-BFD2-340696378D49}" type="par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E68031D9-E3F9-439E-86FC-2A0A3A3988D0}" type="sib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928B5CB8-3545-4EE5-8BED-981D3C6157A5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452F8D0-82FD-4609-B6BD-446E31563D8A}" type="par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8EF545BA-8D8A-4813-A428-2F18D76E61FA}" type="sib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95A524E6-8A71-49A1-AF74-29696A02028A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2C86CAF-440B-4BB7-BD46-805908EC2D17}" type="par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E0C23C2-8A0C-497A-A914-ED60FDCA930F}" type="sib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40970FA-9468-4353-8343-FE5E2BEBB8B0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FF68DF-CF36-4D12-9ECE-A3519B0AC88A}" type="sib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85FA6A33-9FA9-4134-A6A3-A5D4748A1779}" type="par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2A9B6C90-9B70-4ED8-9084-8651413BB905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4109FB3-0563-4B2C-BFF0-181E047427F8}" type="sib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47C005B7-F5AA-4111-A87D-782B117A0259}" type="par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99FD7F24-5BB9-46E8-BB7C-4B477B73B815}" type="pres">
      <dgm:prSet presAssocID="{81269538-BFC5-48BB-BEA1-D7AF1F385FD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BBAB8945-0B00-4547-92CF-AE59FDD0EF39}" type="pres">
      <dgm:prSet presAssocID="{0D51337A-31FA-4717-B2BF-9243F96D2B9B}" presName="linNode" presStyleCnt="0"/>
      <dgm:spPr/>
    </dgm:pt>
    <dgm:pt modelId="{3230722F-B757-4673-BD2F-9D4BAB5CEE8D}" type="pres">
      <dgm:prSet presAssocID="{0D51337A-31FA-4717-B2BF-9243F96D2B9B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6FB9694A-6C63-4B23-90F6-4F208C00D399}" type="pres">
      <dgm:prSet presAssocID="{0D51337A-31FA-4717-B2BF-9243F96D2B9B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4AEBB9-D07D-412D-A9F3-5F50CE85FF20}" type="pres">
      <dgm:prSet presAssocID="{6799645E-F42F-43D8-B2EA-A1377D84D0B3}" presName="sp" presStyleCnt="0"/>
      <dgm:spPr/>
    </dgm:pt>
    <dgm:pt modelId="{C60E4332-AB2E-4201-AF29-E3D9D2CE99DD}" type="pres">
      <dgm:prSet presAssocID="{A7F7584C-6CC5-40A2-9566-2842A5DEA97A}" presName="linNode" presStyleCnt="0"/>
      <dgm:spPr/>
    </dgm:pt>
    <dgm:pt modelId="{8A3FE5E4-2689-4041-B2C5-C63BC276A3EF}" type="pres">
      <dgm:prSet presAssocID="{A7F7584C-6CC5-40A2-9566-2842A5DEA97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29ECF1A-78BE-41CB-B252-8011825B67CD}" type="pres">
      <dgm:prSet presAssocID="{A7F7584C-6CC5-40A2-9566-2842A5DEA97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CF97419B-1653-4404-8A25-A4EB2811914A}" type="pres">
      <dgm:prSet presAssocID="{C41ED6A4-512C-48AB-901D-671B73446005}" presName="sp" presStyleCnt="0"/>
      <dgm:spPr/>
    </dgm:pt>
    <dgm:pt modelId="{74B4E996-D144-43FA-9C7B-5183D295C315}" type="pres">
      <dgm:prSet presAssocID="{51A6936C-668E-4912-B1B4-BA2D45D3F624}" presName="linNode" presStyleCnt="0"/>
      <dgm:spPr/>
    </dgm:pt>
    <dgm:pt modelId="{1C763A21-352A-41D1-A2E2-E305DABA275D}" type="pres">
      <dgm:prSet presAssocID="{51A6936C-668E-4912-B1B4-BA2D45D3F62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A66EBD3D-E7C5-421C-B8B5-728648057DDC}" type="pres">
      <dgm:prSet presAssocID="{51A6936C-668E-4912-B1B4-BA2D45D3F62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3735EA-64D5-44A4-9D60-787BDDA83D1A}" type="pres">
      <dgm:prSet presAssocID="{E68031D9-E3F9-439E-86FC-2A0A3A3988D0}" presName="sp" presStyleCnt="0"/>
      <dgm:spPr/>
    </dgm:pt>
    <dgm:pt modelId="{120DCED0-01FF-429D-8B4B-923E0875F75E}" type="pres">
      <dgm:prSet presAssocID="{928B5CB8-3545-4EE5-8BED-981D3C6157A5}" presName="linNode" presStyleCnt="0"/>
      <dgm:spPr/>
    </dgm:pt>
    <dgm:pt modelId="{B9324B26-5FF5-4FF7-9073-66103CBE8481}" type="pres">
      <dgm:prSet presAssocID="{928B5CB8-3545-4EE5-8BED-981D3C6157A5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95E0557D-F0A1-4F38-8083-55DE7503164F}" type="pres">
      <dgm:prSet presAssocID="{928B5CB8-3545-4EE5-8BED-981D3C6157A5}" presName="descendantText" presStyleLbl="alignAccFollowNode1" presStyleIdx="3" presStyleCnt="4" custLinFactNeighborX="0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6DF17F4D-4120-4DE8-8738-503F2519CD40}" type="presOf" srcId="{9D8DAFB6-C744-4BD6-B757-393BF647EBB6}" destId="{329ECF1A-78BE-41CB-B252-8011825B67CD}" srcOrd="0" destOrd="0" presId="urn:microsoft.com/office/officeart/2005/8/layout/vList5"/>
    <dgm:cxn modelId="{9E6BB655-7FE4-4F8D-B1D2-F885E60B8754}" srcId="{81269538-BFC5-48BB-BEA1-D7AF1F385FD5}" destId="{0D51337A-31FA-4717-B2BF-9243F96D2B9B}" srcOrd="0" destOrd="0" parTransId="{A9294D65-F371-46C8-A624-E557E9DF1A30}" sibTransId="{6799645E-F42F-43D8-B2EA-A1377D84D0B3}"/>
    <dgm:cxn modelId="{D51B6075-27E4-4292-9F89-0CC50DF21ED9}" type="presOf" srcId="{51A6936C-668E-4912-B1B4-BA2D45D3F624}" destId="{1C763A21-352A-41D1-A2E2-E305DABA275D}" srcOrd="0" destOrd="0" presId="urn:microsoft.com/office/officeart/2005/8/layout/vList5"/>
    <dgm:cxn modelId="{A316347C-9D1A-43C6-BE2B-DC184440E1C9}" srcId="{0D51337A-31FA-4717-B2BF-9243F96D2B9B}" destId="{E40970FA-9468-4353-8343-FE5E2BEBB8B0}" srcOrd="0" destOrd="0" parTransId="{85FA6A33-9FA9-4134-A6A3-A5D4748A1779}" sibTransId="{04FF68DF-CF36-4D12-9ECE-A3519B0AC88A}"/>
    <dgm:cxn modelId="{000FE2BB-9FE6-4965-ADF5-E3E85B644286}" srcId="{81269538-BFC5-48BB-BEA1-D7AF1F385FD5}" destId="{51A6936C-668E-4912-B1B4-BA2D45D3F624}" srcOrd="2" destOrd="0" parTransId="{8F7D40F1-9723-47F5-BFD2-340696378D49}" sibTransId="{E68031D9-E3F9-439E-86FC-2A0A3A3988D0}"/>
    <dgm:cxn modelId="{A38C1039-CB78-4EBF-844F-7A838983E228}" type="presOf" srcId="{A7F7584C-6CC5-40A2-9566-2842A5DEA97A}" destId="{8A3FE5E4-2689-4041-B2C5-C63BC276A3EF}" srcOrd="0" destOrd="0" presId="urn:microsoft.com/office/officeart/2005/8/layout/vList5"/>
    <dgm:cxn modelId="{085D3777-7996-4375-B5FB-BFD96D1BF9E4}" srcId="{81269538-BFC5-48BB-BEA1-D7AF1F385FD5}" destId="{928B5CB8-3545-4EE5-8BED-981D3C6157A5}" srcOrd="3" destOrd="0" parTransId="{8452F8D0-82FD-4609-B6BD-446E31563D8A}" sibTransId="{8EF545BA-8D8A-4813-A428-2F18D76E61FA}"/>
    <dgm:cxn modelId="{F68422C1-CD34-4DED-AA4B-85EFFF4FE933}" srcId="{81269538-BFC5-48BB-BEA1-D7AF1F385FD5}" destId="{A7F7584C-6CC5-40A2-9566-2842A5DEA97A}" srcOrd="1" destOrd="0" parTransId="{581272CD-5908-4C17-8E9B-8BF6DCE43C3E}" sibTransId="{C41ED6A4-512C-48AB-901D-671B73446005}"/>
    <dgm:cxn modelId="{993E0796-DCBD-4EB2-9BAB-4437E125DA45}" type="presOf" srcId="{E40970FA-9468-4353-8343-FE5E2BEBB8B0}" destId="{6FB9694A-6C63-4B23-90F6-4F208C00D399}" srcOrd="0" destOrd="0" presId="urn:microsoft.com/office/officeart/2005/8/layout/vList5"/>
    <dgm:cxn modelId="{53988784-A0E1-4D82-B36B-740DE83EB0C9}" type="presOf" srcId="{81269538-BFC5-48BB-BEA1-D7AF1F385FD5}" destId="{99FD7F24-5BB9-46E8-BB7C-4B477B73B815}" srcOrd="0" destOrd="0" presId="urn:microsoft.com/office/officeart/2005/8/layout/vList5"/>
    <dgm:cxn modelId="{764A7F40-FC93-4B5E-82E4-B29F920B2D30}" srcId="{928B5CB8-3545-4EE5-8BED-981D3C6157A5}" destId="{95A524E6-8A71-49A1-AF74-29696A02028A}" srcOrd="0" destOrd="0" parTransId="{52C86CAF-440B-4BB7-BD46-805908EC2D17}" sibTransId="{EE0C23C2-8A0C-497A-A914-ED60FDCA930F}"/>
    <dgm:cxn modelId="{1D59D94A-4BF7-417E-B49B-225C005839A9}" srcId="{51A6936C-668E-4912-B1B4-BA2D45D3F624}" destId="{2A9B6C90-9B70-4ED8-9084-8651413BB905}" srcOrd="0" destOrd="0" parTransId="{47C005B7-F5AA-4111-A87D-782B117A0259}" sibTransId="{54109FB3-0563-4B2C-BFF0-181E047427F8}"/>
    <dgm:cxn modelId="{A44DF6E5-2150-478D-AAB9-24BC6742BCEE}" type="presOf" srcId="{928B5CB8-3545-4EE5-8BED-981D3C6157A5}" destId="{B9324B26-5FF5-4FF7-9073-66103CBE8481}" srcOrd="0" destOrd="0" presId="urn:microsoft.com/office/officeart/2005/8/layout/vList5"/>
    <dgm:cxn modelId="{02B1C3C3-F2D2-4C80-8962-E0C9B39A6EF4}" type="presOf" srcId="{0D51337A-31FA-4717-B2BF-9243F96D2B9B}" destId="{3230722F-B757-4673-BD2F-9D4BAB5CEE8D}" srcOrd="0" destOrd="0" presId="urn:microsoft.com/office/officeart/2005/8/layout/vList5"/>
    <dgm:cxn modelId="{56052809-46E4-4445-B520-94004C28BB9D}" srcId="{A7F7584C-6CC5-40A2-9566-2842A5DEA97A}" destId="{9D8DAFB6-C744-4BD6-B757-393BF647EBB6}" srcOrd="0" destOrd="0" parTransId="{17C1C47E-8D1A-404A-B227-B017391CB5F6}" sibTransId="{C9B44773-68B1-427B-B9CA-0AEA186B621E}"/>
    <dgm:cxn modelId="{C65EFE7A-5430-4917-89D2-D70BAF0289E3}" type="presOf" srcId="{2A9B6C90-9B70-4ED8-9084-8651413BB905}" destId="{A66EBD3D-E7C5-421C-B8B5-728648057DDC}" srcOrd="0" destOrd="0" presId="urn:microsoft.com/office/officeart/2005/8/layout/vList5"/>
    <dgm:cxn modelId="{66EBA0EC-F77C-4ABE-8815-8C8F4F6ACAB5}" type="presOf" srcId="{95A524E6-8A71-49A1-AF74-29696A02028A}" destId="{95E0557D-F0A1-4F38-8083-55DE7503164F}" srcOrd="0" destOrd="0" presId="urn:microsoft.com/office/officeart/2005/8/layout/vList5"/>
    <dgm:cxn modelId="{45435F90-22A5-4C03-B101-FD4577E8A794}" type="presParOf" srcId="{99FD7F24-5BB9-46E8-BB7C-4B477B73B815}" destId="{BBAB8945-0B00-4547-92CF-AE59FDD0EF39}" srcOrd="0" destOrd="0" presId="urn:microsoft.com/office/officeart/2005/8/layout/vList5"/>
    <dgm:cxn modelId="{B399DCC2-FF40-4D75-A2A7-A495D4AF2387}" type="presParOf" srcId="{BBAB8945-0B00-4547-92CF-AE59FDD0EF39}" destId="{3230722F-B757-4673-BD2F-9D4BAB5CEE8D}" srcOrd="0" destOrd="0" presId="urn:microsoft.com/office/officeart/2005/8/layout/vList5"/>
    <dgm:cxn modelId="{4A0749A4-83B7-4DF9-BA0E-5506B76F10A1}" type="presParOf" srcId="{BBAB8945-0B00-4547-92CF-AE59FDD0EF39}" destId="{6FB9694A-6C63-4B23-90F6-4F208C00D399}" srcOrd="1" destOrd="0" presId="urn:microsoft.com/office/officeart/2005/8/layout/vList5"/>
    <dgm:cxn modelId="{26C2F444-58E5-4B3C-A169-EBC64ABE0EE9}" type="presParOf" srcId="{99FD7F24-5BB9-46E8-BB7C-4B477B73B815}" destId="{3E4AEBB9-D07D-412D-A9F3-5F50CE85FF20}" srcOrd="1" destOrd="0" presId="urn:microsoft.com/office/officeart/2005/8/layout/vList5"/>
    <dgm:cxn modelId="{FB2D3183-70C6-44DD-875A-CC09A2C89FEB}" type="presParOf" srcId="{99FD7F24-5BB9-46E8-BB7C-4B477B73B815}" destId="{C60E4332-AB2E-4201-AF29-E3D9D2CE99DD}" srcOrd="2" destOrd="0" presId="urn:microsoft.com/office/officeart/2005/8/layout/vList5"/>
    <dgm:cxn modelId="{B9D84324-BE5B-4514-8201-6B25BE814C19}" type="presParOf" srcId="{C60E4332-AB2E-4201-AF29-E3D9D2CE99DD}" destId="{8A3FE5E4-2689-4041-B2C5-C63BC276A3EF}" srcOrd="0" destOrd="0" presId="urn:microsoft.com/office/officeart/2005/8/layout/vList5"/>
    <dgm:cxn modelId="{62F196CC-DD4E-41F1-95F6-0E80E18CA40A}" type="presParOf" srcId="{C60E4332-AB2E-4201-AF29-E3D9D2CE99DD}" destId="{329ECF1A-78BE-41CB-B252-8011825B67CD}" srcOrd="1" destOrd="0" presId="urn:microsoft.com/office/officeart/2005/8/layout/vList5"/>
    <dgm:cxn modelId="{902C8576-A8E1-4C1E-B647-4F0EFC878EDE}" type="presParOf" srcId="{99FD7F24-5BB9-46E8-BB7C-4B477B73B815}" destId="{CF97419B-1653-4404-8A25-A4EB2811914A}" srcOrd="3" destOrd="0" presId="urn:microsoft.com/office/officeart/2005/8/layout/vList5"/>
    <dgm:cxn modelId="{C0AE58B2-3BCF-4A17-9962-82AF5DB00A66}" type="presParOf" srcId="{99FD7F24-5BB9-46E8-BB7C-4B477B73B815}" destId="{74B4E996-D144-43FA-9C7B-5183D295C315}" srcOrd="4" destOrd="0" presId="urn:microsoft.com/office/officeart/2005/8/layout/vList5"/>
    <dgm:cxn modelId="{CC23B1CA-2592-479D-988C-BB870D7E9EC9}" type="presParOf" srcId="{74B4E996-D144-43FA-9C7B-5183D295C315}" destId="{1C763A21-352A-41D1-A2E2-E305DABA275D}" srcOrd="0" destOrd="0" presId="urn:microsoft.com/office/officeart/2005/8/layout/vList5"/>
    <dgm:cxn modelId="{477107E6-023C-4B3F-96EF-D2D5DA516C5C}" type="presParOf" srcId="{74B4E996-D144-43FA-9C7B-5183D295C315}" destId="{A66EBD3D-E7C5-421C-B8B5-728648057DDC}" srcOrd="1" destOrd="0" presId="urn:microsoft.com/office/officeart/2005/8/layout/vList5"/>
    <dgm:cxn modelId="{933347A6-BCAF-495A-96A7-208A97A1751A}" type="presParOf" srcId="{99FD7F24-5BB9-46E8-BB7C-4B477B73B815}" destId="{4D3735EA-64D5-44A4-9D60-787BDDA83D1A}" srcOrd="5" destOrd="0" presId="urn:microsoft.com/office/officeart/2005/8/layout/vList5"/>
    <dgm:cxn modelId="{677D4939-AE22-4645-A75D-BD07DA38E78F}" type="presParOf" srcId="{99FD7F24-5BB9-46E8-BB7C-4B477B73B815}" destId="{120DCED0-01FF-429D-8B4B-923E0875F75E}" srcOrd="6" destOrd="0" presId="urn:microsoft.com/office/officeart/2005/8/layout/vList5"/>
    <dgm:cxn modelId="{AF6385C2-1319-4602-9D19-9A89E6EBF57F}" type="presParOf" srcId="{120DCED0-01FF-429D-8B4B-923E0875F75E}" destId="{B9324B26-5FF5-4FF7-9073-66103CBE8481}" srcOrd="0" destOrd="0" presId="urn:microsoft.com/office/officeart/2005/8/layout/vList5"/>
    <dgm:cxn modelId="{16466152-551A-417E-9EB3-4C0FC3867902}" type="presParOf" srcId="{120DCED0-01FF-429D-8B4B-923E0875F75E}" destId="{95E0557D-F0A1-4F38-8083-55DE750316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B9694A-6C63-4B23-90F6-4F208C00D399}">
      <dsp:nvSpPr>
        <dsp:cNvPr id="0" name=""/>
        <dsp:cNvSpPr/>
      </dsp:nvSpPr>
      <dsp:spPr>
        <a:xfrm rot="5400000">
          <a:off x="6395051" y="-2741862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20324"/>
        <a:ext cx="6306545" cy="615466"/>
      </dsp:txXfrm>
    </dsp:sp>
    <dsp:sp modelId="{3230722F-B757-4673-BD2F-9D4BAB5CEE8D}">
      <dsp:nvSpPr>
        <dsp:cNvPr id="0" name=""/>
        <dsp:cNvSpPr/>
      </dsp:nvSpPr>
      <dsp:spPr>
        <a:xfrm>
          <a:off x="0" y="1772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43391"/>
        <a:ext cx="3482922" cy="769332"/>
      </dsp:txXfrm>
    </dsp:sp>
    <dsp:sp modelId="{329ECF1A-78BE-41CB-B252-8011825B67CD}">
      <dsp:nvSpPr>
        <dsp:cNvPr id="0" name=""/>
        <dsp:cNvSpPr/>
      </dsp:nvSpPr>
      <dsp:spPr>
        <a:xfrm rot="5400000">
          <a:off x="6395051" y="-1846663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015523"/>
        <a:ext cx="6306545" cy="615466"/>
      </dsp:txXfrm>
    </dsp:sp>
    <dsp:sp modelId="{8A3FE5E4-2689-4041-B2C5-C63BC276A3EF}">
      <dsp:nvSpPr>
        <dsp:cNvPr id="0" name=""/>
        <dsp:cNvSpPr/>
      </dsp:nvSpPr>
      <dsp:spPr>
        <a:xfrm>
          <a:off x="0" y="896971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938590"/>
        <a:ext cx="3482922" cy="769332"/>
      </dsp:txXfrm>
    </dsp:sp>
    <dsp:sp modelId="{A66EBD3D-E7C5-421C-B8B5-728648057DDC}">
      <dsp:nvSpPr>
        <dsp:cNvPr id="0" name=""/>
        <dsp:cNvSpPr/>
      </dsp:nvSpPr>
      <dsp:spPr>
        <a:xfrm rot="5400000">
          <a:off x="6395051" y="-951464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910722"/>
        <a:ext cx="6306545" cy="615466"/>
      </dsp:txXfrm>
    </dsp:sp>
    <dsp:sp modelId="{1C763A21-352A-41D1-A2E2-E305DABA275D}">
      <dsp:nvSpPr>
        <dsp:cNvPr id="0" name=""/>
        <dsp:cNvSpPr/>
      </dsp:nvSpPr>
      <dsp:spPr>
        <a:xfrm>
          <a:off x="0" y="1792170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1833789"/>
        <a:ext cx="3482922" cy="769332"/>
      </dsp:txXfrm>
    </dsp:sp>
    <dsp:sp modelId="{95E0557D-F0A1-4F38-8083-55DE7503164F}">
      <dsp:nvSpPr>
        <dsp:cNvPr id="0" name=""/>
        <dsp:cNvSpPr/>
      </dsp:nvSpPr>
      <dsp:spPr>
        <a:xfrm rot="5400000">
          <a:off x="6395051" y="-56265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2805921"/>
        <a:ext cx="6306545" cy="615466"/>
      </dsp:txXfrm>
    </dsp:sp>
    <dsp:sp modelId="{B9324B26-5FF5-4FF7-9073-66103CBE8481}">
      <dsp:nvSpPr>
        <dsp:cNvPr id="0" name=""/>
        <dsp:cNvSpPr/>
      </dsp:nvSpPr>
      <dsp:spPr>
        <a:xfrm>
          <a:off x="0" y="2687369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2728988"/>
        <a:ext cx="3482922" cy="7693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453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674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9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7724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4389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2237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Modifier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25/03/2026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3308" y="1122363"/>
            <a:ext cx="10637806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GACI FORUM SUR L’APPRENTISSAGE DU frame </a:t>
            </a:r>
            <a:r>
              <a:rPr lang="fr-FR" sz="5400" dirty="0" err="1" smtClean="0">
                <a:latin typeface="Rockwell" panose="02060603020205020403" pitchFamily="18" charset="0"/>
              </a:rPr>
              <a:t>work</a:t>
            </a:r>
            <a:r>
              <a:rPr lang="fr-FR" sz="5400" dirty="0" smtClean="0">
                <a:latin typeface="Rockwell" panose="02060603020205020403" pitchFamily="18" charset="0"/>
              </a:rPr>
              <a:t> </a:t>
            </a:r>
            <a:r>
              <a:rPr lang="fr-FR" sz="5400" dirty="0" err="1" smtClean="0">
                <a:latin typeface="Rockwell" panose="02060603020205020403" pitchFamily="18" charset="0"/>
              </a:rPr>
              <a:t>boostrap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fr-FR" sz="2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Presentateur</a:t>
            </a:r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REDDY NZOLOKO 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 rtl="0"/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Co-PRESENTATEUR: TRIOMPHE MBASA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Problème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D4F1745-A55E-4835-88EB-BC637121B60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450892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Informations générales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 est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l’objectif de notre apprentissage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?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Ce cours est un atout pour l’apprentissage de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Boostrapp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Nous allons utilisé le CDN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clouds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fonctionne en ligne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fr-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1. Le Concept du CDN : La Bibliothèque "Cloud"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10012545" cy="3541714"/>
          </a:xfrm>
        </p:spPr>
        <p:txBody>
          <a:bodyPr rtlCol="0">
            <a:normAutofit/>
          </a:bodyPr>
          <a:lstStyle/>
          <a:p>
            <a:pPr lvl="1"/>
            <a:r>
              <a:rPr lang="fr-FR" sz="2400" b="1" dirty="0"/>
              <a:t>L'analogie :</a:t>
            </a:r>
            <a:r>
              <a:rPr lang="fr-FR" sz="2400" dirty="0"/>
              <a:t> C'est comme ne pas acheter un livre, mais consulter une bibliothèque géante en ligne. Tant qu'on a internet, on a accès à </a:t>
            </a:r>
            <a:r>
              <a:rPr lang="fr-FR" sz="2400" dirty="0" err="1"/>
              <a:t>Bootstrap</a:t>
            </a:r>
            <a:r>
              <a:rPr lang="fr-FR" sz="2400" dirty="0" smtClean="0"/>
              <a:t>.</a:t>
            </a:r>
          </a:p>
          <a:p>
            <a:pPr lvl="1"/>
            <a:endParaRPr lang="fr-FR" sz="2400" b="1" dirty="0"/>
          </a:p>
          <a:p>
            <a:pPr lvl="1"/>
            <a:r>
              <a:rPr lang="fr-FR" sz="2400" b="1" dirty="0" smtClean="0"/>
              <a:t>Pourquoi </a:t>
            </a:r>
            <a:r>
              <a:rPr lang="fr-FR" sz="2400" b="1" dirty="0"/>
              <a:t>c'est moderne ?</a:t>
            </a:r>
            <a:r>
              <a:rPr lang="fr-FR" sz="2400" dirty="0"/>
              <a:t> Pas d'installation, mise à jour automatique et chargement ultra-rapide car le fichier est souvent déjà dans le cache du navigateur de l'utilisateur</a:t>
            </a:r>
            <a:r>
              <a:rPr lang="fr-FR" sz="2400" dirty="0" smtClean="0"/>
              <a:t>. </a:t>
            </a:r>
          </a:p>
          <a:p>
            <a:pPr lvl="1"/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410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31438" cy="1478570"/>
          </a:xfrm>
        </p:spPr>
        <p:txBody>
          <a:bodyPr rtlCol="0">
            <a:normAutofit/>
          </a:bodyPr>
          <a:lstStyle/>
          <a:p>
            <a:pPr rtl="0"/>
            <a:r>
              <a:rPr lang="fr-FR" sz="4400" dirty="0" smtClean="0">
                <a:latin typeface="Rockwell" panose="02060603020205020403" pitchFamily="18" charset="0"/>
              </a:rPr>
              <a:t>Comment utilisé </a:t>
            </a:r>
            <a:r>
              <a:rPr lang="fr-FR" sz="4400" dirty="0" err="1" smtClean="0">
                <a:latin typeface="Rockwell" panose="02060603020205020403" pitchFamily="18" charset="0"/>
              </a:rPr>
              <a:t>Boostrap</a:t>
            </a:r>
            <a:r>
              <a:rPr lang="fr-FR" sz="4400" dirty="0" smtClean="0">
                <a:latin typeface="Rockwell" panose="02060603020205020403" pitchFamily="18" charset="0"/>
              </a:rPr>
              <a:t> avec </a:t>
            </a:r>
            <a:r>
              <a:rPr lang="fr-FR" sz="4400" dirty="0" err="1" smtClean="0">
                <a:latin typeface="Rockwell" panose="02060603020205020403" pitchFamily="18" charset="0"/>
              </a:rPr>
              <a:t>cdn</a:t>
            </a:r>
            <a:r>
              <a:rPr lang="fr-FR" sz="4400" dirty="0" smtClean="0">
                <a:latin typeface="Rockwell" panose="02060603020205020403" pitchFamily="18" charset="0"/>
              </a:rPr>
              <a:t> ou sans </a:t>
            </a:r>
            <a:r>
              <a:rPr lang="fr-FR" sz="4400" dirty="0" err="1" smtClean="0">
                <a:latin typeface="Rockwell" panose="02060603020205020403" pitchFamily="18" charset="0"/>
              </a:rPr>
              <a:t>cdn</a:t>
            </a:r>
            <a:r>
              <a:rPr lang="fr-FR" sz="4400" dirty="0" smtClean="0">
                <a:latin typeface="Rockwell" panose="02060603020205020403" pitchFamily="18" charset="0"/>
              </a:rPr>
              <a:t> 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10231438" cy="3541714"/>
          </a:xfrm>
        </p:spPr>
        <p:txBody>
          <a:bodyPr rtlCol="0">
            <a:normAutofit/>
          </a:bodyPr>
          <a:lstStyle/>
          <a:p>
            <a:pPr lvl="1"/>
            <a:r>
              <a:rPr lang="en-US" altLang="en-US" sz="2400" dirty="0" smtClean="0">
                <a:latin typeface="Arial" panose="020B0604020202020204" pitchFamily="34" charset="0"/>
                <a:hlinkClick r:id="rId3"/>
              </a:rPr>
              <a:t>getbootstrap.com</a:t>
            </a:r>
            <a:r>
              <a:rPr lang="en-US" altLang="en-US" sz="2400" dirty="0" smtClean="0">
                <a:latin typeface="Arial" panose="020B0604020202020204" pitchFamily="34" charset="0"/>
              </a:rPr>
              <a:t>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voici</a:t>
            </a:r>
            <a:r>
              <a:rPr lang="en-US" altLang="en-US" sz="2400" dirty="0" smtClean="0">
                <a:latin typeface="Arial" panose="020B0604020202020204" pitchFamily="34" charset="0"/>
              </a:rPr>
              <a:t> le lien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vers</a:t>
            </a:r>
            <a:r>
              <a:rPr lang="en-US" altLang="en-US" sz="2400" dirty="0" smtClean="0">
                <a:latin typeface="Arial" panose="020B0604020202020204" pitchFamily="34" charset="0"/>
              </a:rPr>
              <a:t> le site de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boostrapp</a:t>
            </a:r>
            <a:r>
              <a:rPr lang="en-US" altLang="en-US" sz="2400" dirty="0" smtClean="0">
                <a:latin typeface="Arial" panose="020B0604020202020204" pitchFamily="34" charset="0"/>
              </a:rPr>
              <a:t>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officiel</a:t>
            </a:r>
            <a:r>
              <a:rPr lang="en-US" altLang="en-US" sz="2400" dirty="0" smtClean="0">
                <a:latin typeface="Arial" panose="020B0604020202020204" pitchFamily="34" charset="0"/>
              </a:rPr>
              <a:t>, </a:t>
            </a:r>
            <a:r>
              <a:rPr lang="en-US" altLang="en-US" sz="2400" i="1" dirty="0">
                <a:latin typeface="Arial" panose="020B0604020202020204" pitchFamily="34" charset="0"/>
              </a:rPr>
              <a:t>On ne </a:t>
            </a:r>
            <a:r>
              <a:rPr lang="en-US" altLang="en-US" sz="2400" i="1" dirty="0" err="1">
                <a:latin typeface="Arial" panose="020B0604020202020204" pitchFamily="34" charset="0"/>
              </a:rPr>
              <a:t>devine</a:t>
            </a:r>
            <a:r>
              <a:rPr lang="en-US" altLang="en-US" sz="2400" i="1" dirty="0">
                <a:latin typeface="Arial" panose="020B0604020202020204" pitchFamily="34" charset="0"/>
              </a:rPr>
              <a:t> pas le code, on </a:t>
            </a:r>
            <a:r>
              <a:rPr lang="en-US" altLang="en-US" sz="2400" i="1" dirty="0" err="1">
                <a:latin typeface="Arial" panose="020B0604020202020204" pitchFamily="34" charset="0"/>
              </a:rPr>
              <a:t>va</a:t>
            </a:r>
            <a:r>
              <a:rPr lang="en-US" altLang="en-US" sz="2400" i="1" dirty="0">
                <a:latin typeface="Arial" panose="020B0604020202020204" pitchFamily="34" charset="0"/>
              </a:rPr>
              <a:t> le </a:t>
            </a:r>
            <a:r>
              <a:rPr lang="en-US" altLang="en-US" sz="2400" i="1" dirty="0" err="1">
                <a:latin typeface="Arial" panose="020B0604020202020204" pitchFamily="34" charset="0"/>
              </a:rPr>
              <a:t>chercher</a:t>
            </a:r>
            <a:r>
              <a:rPr lang="en-US" altLang="en-US" sz="2400" i="1" dirty="0" smtClean="0">
                <a:latin typeface="Arial" panose="020B0604020202020204" pitchFamily="34" charset="0"/>
              </a:rPr>
              <a:t>."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/>
            <a:endParaRPr lang="fr-FR" sz="2400" b="1" dirty="0" smtClean="0"/>
          </a:p>
          <a:p>
            <a:pPr lvl="1"/>
            <a:endParaRPr lang="fr-FR" sz="2400" b="1" dirty="0" smtClean="0"/>
          </a:p>
          <a:p>
            <a:pPr lvl="1"/>
            <a:r>
              <a:rPr lang="fr-FR" sz="2400" b="1" dirty="0" smtClean="0"/>
              <a:t>Copier/Coller </a:t>
            </a:r>
            <a:r>
              <a:rPr lang="fr-FR" sz="2400" b="1" dirty="0"/>
              <a:t>Intelligent :</a:t>
            </a:r>
            <a:r>
              <a:rPr lang="fr-FR" sz="2400" dirty="0"/>
              <a:t> </a:t>
            </a:r>
            <a:r>
              <a:rPr lang="fr-FR" sz="2400" dirty="0" smtClean="0"/>
              <a:t>Le développeur </a:t>
            </a:r>
            <a:r>
              <a:rPr lang="fr-FR" sz="2400" dirty="0"/>
              <a:t>moderne, c'est savoir naviguer dans la documentation pour trouver le composant (</a:t>
            </a:r>
            <a:r>
              <a:rPr lang="fr-FR" sz="2400" dirty="0" err="1"/>
              <a:t>Card</a:t>
            </a:r>
            <a:r>
              <a:rPr lang="fr-FR" sz="2400" dirty="0"/>
              <a:t>, </a:t>
            </a:r>
            <a:r>
              <a:rPr lang="fr-FR" sz="2400" dirty="0" err="1"/>
              <a:t>Navbar</a:t>
            </a:r>
            <a:r>
              <a:rPr lang="fr-FR" sz="2400" dirty="0"/>
              <a:t>, </a:t>
            </a:r>
            <a:r>
              <a:rPr lang="fr-FR" sz="2400" dirty="0" err="1"/>
              <a:t>Carousel</a:t>
            </a:r>
            <a:r>
              <a:rPr lang="fr-FR" sz="2400" dirty="0" smtClean="0"/>
              <a:t>)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31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/>
            <a:r>
              <a:rPr lang="en-US" sz="2400" dirty="0"/>
              <a:t>Les Sections et </a:t>
            </a:r>
            <a:r>
              <a:rPr lang="en-US" sz="2400" dirty="0" err="1" smtClean="0"/>
              <a:t>Conteneurs</a:t>
            </a:r>
            <a:endParaRPr lang="en-US" sz="2400" dirty="0" smtClean="0"/>
          </a:p>
          <a:p>
            <a:pPr lvl="1"/>
            <a:r>
              <a:rPr lang="fr-FR" b="1" dirty="0" err="1"/>
              <a:t>Bootstrap</a:t>
            </a:r>
            <a:r>
              <a:rPr lang="fr-FR" b="1" dirty="0"/>
              <a:t> organise tout dans des boîtes</a:t>
            </a:r>
            <a:r>
              <a:rPr lang="fr-FR" dirty="0" smtClean="0"/>
              <a:t>.</a:t>
            </a:r>
          </a:p>
          <a:p>
            <a:pPr lvl="1"/>
            <a:r>
              <a:rPr lang="fr-FR" dirty="0" smtClean="0"/>
              <a:t>Le Container: C'est </a:t>
            </a:r>
            <a:r>
              <a:rPr lang="fr-FR" dirty="0"/>
              <a:t>la base. Elle centre le contenu et laisse des marges sur les côtés. Sans elle, le texte touche les bords de l'écran (c'est moche </a:t>
            </a:r>
            <a:r>
              <a:rPr lang="fr-FR" dirty="0" smtClean="0"/>
              <a:t>!).</a:t>
            </a:r>
          </a:p>
          <a:p>
            <a:pPr lvl="1"/>
            <a:r>
              <a:rPr lang="en-US" dirty="0" smtClean="0"/>
              <a:t>La Section: </a:t>
            </a:r>
            <a:r>
              <a:rPr lang="fr-FR" dirty="0" smtClean="0"/>
              <a:t>On </a:t>
            </a:r>
            <a:r>
              <a:rPr lang="fr-FR" dirty="0"/>
              <a:t>utilise la balise </a:t>
            </a:r>
            <a:r>
              <a:rPr lang="fr-FR" dirty="0" smtClean="0"/>
              <a:t>HTML5 </a:t>
            </a:r>
            <a:r>
              <a:rPr lang="en-US" dirty="0"/>
              <a:t>&lt;section</a:t>
            </a:r>
            <a:r>
              <a:rPr lang="en-US" dirty="0" smtClean="0"/>
              <a:t>&gt; </a:t>
            </a:r>
            <a:r>
              <a:rPr lang="fr-FR" dirty="0"/>
              <a:t>combinée aux classes </a:t>
            </a:r>
            <a:r>
              <a:rPr lang="fr-FR" dirty="0" err="1"/>
              <a:t>Bootstrap</a:t>
            </a:r>
            <a:r>
              <a:rPr lang="fr-FR" dirty="0"/>
              <a:t> pour séparer les parties du portfolio (Accueil, Projets, Contact</a:t>
            </a:r>
            <a:r>
              <a:rPr lang="fr-FR" dirty="0" smtClean="0"/>
              <a:t>). </a:t>
            </a:r>
          </a:p>
          <a:p>
            <a:pPr marL="457200" lvl="1" indent="0">
              <a:buNone/>
            </a:pPr>
            <a:endParaRPr lang="fr-FR" dirty="0" smtClean="0"/>
          </a:p>
        </p:txBody>
      </p:sp>
    </p:spTree>
    <p:extLst>
      <p:ext uri="{BB962C8B-B14F-4D97-AF65-F5344CB8AC3E}">
        <p14:creationId xmlns:p14="http://schemas.microsoft.com/office/powerpoint/2010/main" val="2919556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/>
            <a:r>
              <a:rPr lang="fr-FR" sz="2400" dirty="0"/>
              <a:t>La Typographie (Titres et Paragraphes)</a:t>
            </a:r>
            <a:endParaRPr lang="en-US" sz="2400" dirty="0" smtClean="0"/>
          </a:p>
          <a:p>
            <a:pPr lvl="1"/>
            <a:r>
              <a:rPr lang="en-US" dirty="0"/>
              <a:t>Les </a:t>
            </a:r>
            <a:r>
              <a:rPr lang="en-US" dirty="0" err="1" smtClean="0"/>
              <a:t>Titres</a:t>
            </a:r>
            <a:r>
              <a:rPr lang="en-US" dirty="0" smtClean="0"/>
              <a:t> (h1 à h6) </a:t>
            </a:r>
            <a:r>
              <a:rPr lang="fr-FR" dirty="0" err="1"/>
              <a:t>Bootstrap</a:t>
            </a:r>
            <a:r>
              <a:rPr lang="fr-FR" dirty="0"/>
              <a:t> leur donne une police propre et un espacement par défaut.</a:t>
            </a:r>
            <a:endParaRPr lang="fr-FR" dirty="0" smtClean="0"/>
          </a:p>
          <a:p>
            <a:pPr lvl="1"/>
            <a:r>
              <a:rPr lang="fr-FR" dirty="0" smtClean="0"/>
              <a:t>.display-1 </a:t>
            </a:r>
            <a:r>
              <a:rPr lang="fr-FR" dirty="0"/>
              <a:t>: Pour des titres géants (très moderne pour le "</a:t>
            </a:r>
            <a:r>
              <a:rPr lang="fr-FR" dirty="0" err="1"/>
              <a:t>Hero</a:t>
            </a:r>
            <a:r>
              <a:rPr lang="fr-FR" dirty="0" smtClean="0"/>
              <a:t>").</a:t>
            </a:r>
          </a:p>
          <a:p>
            <a:pPr lvl="1"/>
            <a:r>
              <a:rPr lang="en-US" dirty="0" smtClean="0"/>
              <a:t>.lead: </a:t>
            </a:r>
            <a:r>
              <a:rPr lang="fr-FR" dirty="0"/>
              <a:t>Pour rendre un paragraphe plus lisible et élégant (idéal pour l'introduction</a:t>
            </a:r>
            <a:r>
              <a:rPr lang="fr-FR" dirty="0" smtClean="0"/>
              <a:t>).</a:t>
            </a:r>
          </a:p>
          <a:p>
            <a:pPr lvl="1"/>
            <a:r>
              <a:rPr lang="fr-FR" dirty="0"/>
              <a:t>Les Couleurs et le </a:t>
            </a:r>
            <a:r>
              <a:rPr lang="fr-FR" dirty="0" smtClean="0"/>
              <a:t>Design</a:t>
            </a:r>
          </a:p>
          <a:p>
            <a:pPr lvl="1"/>
            <a:endParaRPr lang="fr-FR" dirty="0" smtClean="0"/>
          </a:p>
          <a:p>
            <a:pPr marL="457200" lvl="1" indent="0">
              <a:buNone/>
            </a:pPr>
            <a:endParaRPr lang="fr-FR" dirty="0" smtClean="0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291629"/>
              </p:ext>
            </p:extLst>
          </p:nvPr>
        </p:nvGraphicFramePr>
        <p:xfrm>
          <a:off x="1141412" y="4366264"/>
          <a:ext cx="9906000" cy="2103120"/>
        </p:xfrm>
        <a:graphic>
          <a:graphicData uri="http://schemas.openxmlformats.org/drawingml/2006/table">
            <a:tbl>
              <a:tblPr/>
              <a:tblGrid>
                <a:gridCol w="3302000">
                  <a:extLst>
                    <a:ext uri="{9D8B030D-6E8A-4147-A177-3AD203B41FA5}">
                      <a16:colId xmlns:a16="http://schemas.microsoft.com/office/drawing/2014/main" val="3754373341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4152385261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91137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Classe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Couleur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Signification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37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.text-primary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Bleu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Couleur principale (Action)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8209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.bg-dark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Noir/Gris foncé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Fond sombre (Élégance)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7132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.text-white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Blanc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>
                          <a:effectLst/>
                          <a:latin typeface="Google Sans Text"/>
                        </a:rPr>
                        <a:t>Texte clair sur fond sombre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972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.bg-light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Gris très clair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effectLst/>
                          <a:latin typeface="Google Sans Text"/>
                        </a:rPr>
                        <a:t>Pour séparer deux sections blanches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5765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0697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393</Words>
  <Application>Microsoft Office PowerPoint</Application>
  <PresentationFormat>Grand écran</PresentationFormat>
  <Paragraphs>58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5" baseType="lpstr">
      <vt:lpstr>Arial</vt:lpstr>
      <vt:lpstr>Calibri</vt:lpstr>
      <vt:lpstr>Google Sans Text</vt:lpstr>
      <vt:lpstr>Rockwell</vt:lpstr>
      <vt:lpstr>Tahoma</vt:lpstr>
      <vt:lpstr>Trebuchet MS</vt:lpstr>
      <vt:lpstr>Tw Cen MT</vt:lpstr>
      <vt:lpstr>Circuit</vt:lpstr>
      <vt:lpstr>GACI FORUM SUR L’APPRENTISSAGE DU frame work boostrap</vt:lpstr>
      <vt:lpstr>Problème</vt:lpstr>
      <vt:lpstr>Informations générales</vt:lpstr>
      <vt:lpstr>1. Le Concept du CDN : La Bibliothèque "Cloud"</vt:lpstr>
      <vt:lpstr>Comment utilisé Boostrap avec cdn ou sans cdn </vt:lpstr>
      <vt:lpstr>Les Fondations : Anatomie d'une Page.</vt:lpstr>
      <vt:lpstr>Les Fondations : Anatomie d'une Page.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2026-03-19T07:12:23Z</dcterms:created>
  <dcterms:modified xsi:type="dcterms:W3CDTF">2026-03-25T11:21:00Z</dcterms:modified>
</cp:coreProperties>
</file>